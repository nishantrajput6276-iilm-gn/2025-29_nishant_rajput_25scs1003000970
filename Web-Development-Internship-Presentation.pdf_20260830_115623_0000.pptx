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7493000"/>
  <p:notesSz cx="6858000" cy="9144000"/>
  <p:embeddedFontLst>
    <p:embeddedFont>
      <p:font typeface="Montserrat" charset="1" panose="00000500000000000000"/>
      <p:regular r:id="rId14"/>
    </p:embeddedFont>
    <p:embeddedFont>
      <p:font typeface="Noto Sans Devanagari Condensed Heavy" charset="1" panose="020B0A0604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00" Target="../media/image104.svg" Type="http://schemas.openxmlformats.org/officeDocument/2006/relationships/image"/><Relationship Id="rId101" Target="../media/image105.png" Type="http://schemas.openxmlformats.org/officeDocument/2006/relationships/image"/><Relationship Id="rId102" Target="../media/image106.svg" Type="http://schemas.openxmlformats.org/officeDocument/2006/relationships/image"/><Relationship Id="rId103" Target="../media/image107.png" Type="http://schemas.openxmlformats.org/officeDocument/2006/relationships/image"/><Relationship Id="rId104" Target="../media/image108.svg" Type="http://schemas.openxmlformats.org/officeDocument/2006/relationships/image"/><Relationship Id="rId105" Target="../media/image109.png" Type="http://schemas.openxmlformats.org/officeDocument/2006/relationships/image"/><Relationship Id="rId106" Target="../media/image110.svg" Type="http://schemas.openxmlformats.org/officeDocument/2006/relationships/image"/><Relationship Id="rId107" Target="../media/image111.png" Type="http://schemas.openxmlformats.org/officeDocument/2006/relationships/image"/><Relationship Id="rId108" Target="../media/image112.svg" Type="http://schemas.openxmlformats.org/officeDocument/2006/relationships/image"/><Relationship Id="rId109" Target="../media/image113.png" Type="http://schemas.openxmlformats.org/officeDocument/2006/relationships/image"/><Relationship Id="rId11" Target="../media/image15.png" Type="http://schemas.openxmlformats.org/officeDocument/2006/relationships/image"/><Relationship Id="rId110" Target="../media/image114.svg" Type="http://schemas.openxmlformats.org/officeDocument/2006/relationships/image"/><Relationship Id="rId111" Target="../media/image115.png" Type="http://schemas.openxmlformats.org/officeDocument/2006/relationships/image"/><Relationship Id="rId112" Target="../media/image116.svg" Type="http://schemas.openxmlformats.org/officeDocument/2006/relationships/image"/><Relationship Id="rId113" Target="../media/image117.png" Type="http://schemas.openxmlformats.org/officeDocument/2006/relationships/image"/><Relationship Id="rId114" Target="../media/image118.svg" Type="http://schemas.openxmlformats.org/officeDocument/2006/relationships/image"/><Relationship Id="rId115" Target="../media/image119.png" Type="http://schemas.openxmlformats.org/officeDocument/2006/relationships/image"/><Relationship Id="rId116" Target="../media/image120.svg" Type="http://schemas.openxmlformats.org/officeDocument/2006/relationships/image"/><Relationship Id="rId117" Target="../media/image121.png" Type="http://schemas.openxmlformats.org/officeDocument/2006/relationships/image"/><Relationship Id="rId118" Target="../media/image122.svg" Type="http://schemas.openxmlformats.org/officeDocument/2006/relationships/image"/><Relationship Id="rId119" Target="../media/image123.png" Type="http://schemas.openxmlformats.org/officeDocument/2006/relationships/image"/><Relationship Id="rId12" Target="../media/image16.svg" Type="http://schemas.openxmlformats.org/officeDocument/2006/relationships/image"/><Relationship Id="rId120" Target="../media/image124.svg" Type="http://schemas.openxmlformats.org/officeDocument/2006/relationships/image"/><Relationship Id="rId121" Target="../media/image125.png" Type="http://schemas.openxmlformats.org/officeDocument/2006/relationships/image"/><Relationship Id="rId122" Target="../media/image126.svg" Type="http://schemas.openxmlformats.org/officeDocument/2006/relationships/image"/><Relationship Id="rId123" Target="../media/image127.png" Type="http://schemas.openxmlformats.org/officeDocument/2006/relationships/image"/><Relationship Id="rId124" Target="../media/image128.svg" Type="http://schemas.openxmlformats.org/officeDocument/2006/relationships/image"/><Relationship Id="rId125" Target="../media/image129.png" Type="http://schemas.openxmlformats.org/officeDocument/2006/relationships/image"/><Relationship Id="rId126" Target="../media/image130.svg" Type="http://schemas.openxmlformats.org/officeDocument/2006/relationships/image"/><Relationship Id="rId127" Target="../media/image131.png" Type="http://schemas.openxmlformats.org/officeDocument/2006/relationships/image"/><Relationship Id="rId128" Target="../media/image132.svg" Type="http://schemas.openxmlformats.org/officeDocument/2006/relationships/image"/><Relationship Id="rId129" Target="../media/image133.png" Type="http://schemas.openxmlformats.org/officeDocument/2006/relationships/image"/><Relationship Id="rId13" Target="../media/image17.png" Type="http://schemas.openxmlformats.org/officeDocument/2006/relationships/image"/><Relationship Id="rId130" Target="../media/image134.svg" Type="http://schemas.openxmlformats.org/officeDocument/2006/relationships/image"/><Relationship Id="rId131" Target="../media/image135.png" Type="http://schemas.openxmlformats.org/officeDocument/2006/relationships/image"/><Relationship Id="rId132" Target="../media/image136.svg" Type="http://schemas.openxmlformats.org/officeDocument/2006/relationships/image"/><Relationship Id="rId133" Target="../media/image137.png" Type="http://schemas.openxmlformats.org/officeDocument/2006/relationships/image"/><Relationship Id="rId134" Target="../media/image138.svg" Type="http://schemas.openxmlformats.org/officeDocument/2006/relationships/image"/><Relationship Id="rId135" Target="../media/image139.png" Type="http://schemas.openxmlformats.org/officeDocument/2006/relationships/image"/><Relationship Id="rId136" Target="../media/image140.svg" Type="http://schemas.openxmlformats.org/officeDocument/2006/relationships/image"/><Relationship Id="rId137" Target="../media/image141.png" Type="http://schemas.openxmlformats.org/officeDocument/2006/relationships/image"/><Relationship Id="rId138" Target="../media/image142.svg" Type="http://schemas.openxmlformats.org/officeDocument/2006/relationships/image"/><Relationship Id="rId139" Target="../media/image143.png" Type="http://schemas.openxmlformats.org/officeDocument/2006/relationships/image"/><Relationship Id="rId14" Target="../media/image18.svg" Type="http://schemas.openxmlformats.org/officeDocument/2006/relationships/image"/><Relationship Id="rId140" Target="../media/image144.svg" Type="http://schemas.openxmlformats.org/officeDocument/2006/relationships/image"/><Relationship Id="rId141" Target="../media/image145.png" Type="http://schemas.openxmlformats.org/officeDocument/2006/relationships/image"/><Relationship Id="rId142" Target="../media/image146.svg" Type="http://schemas.openxmlformats.org/officeDocument/2006/relationships/image"/><Relationship Id="rId143" Target="../media/image147.png" Type="http://schemas.openxmlformats.org/officeDocument/2006/relationships/image"/><Relationship Id="rId144" Target="../media/image148.svg" Type="http://schemas.openxmlformats.org/officeDocument/2006/relationships/image"/><Relationship Id="rId145" Target="../media/image149.png" Type="http://schemas.openxmlformats.org/officeDocument/2006/relationships/image"/><Relationship Id="rId146" Target="../media/image150.png" Type="http://schemas.openxmlformats.org/officeDocument/2006/relationships/image"/><Relationship Id="rId147" Target="../media/image151.png" Type="http://schemas.openxmlformats.org/officeDocument/2006/relationships/image"/><Relationship Id="rId148" Target="../media/image152.svg" Type="http://schemas.openxmlformats.org/officeDocument/2006/relationships/image"/><Relationship Id="rId149" Target="../media/image153.svg" Type="http://schemas.openxmlformats.org/officeDocument/2006/relationships/image"/><Relationship Id="rId15" Target="../media/image19.png" Type="http://schemas.openxmlformats.org/officeDocument/2006/relationships/image"/><Relationship Id="rId150" Target="../media/image154.png" Type="http://schemas.openxmlformats.org/officeDocument/2006/relationships/image"/><Relationship Id="rId151" Target="../media/image155.sv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svg" Type="http://schemas.openxmlformats.org/officeDocument/2006/relationships/image"/><Relationship Id="rId21" Target="../media/image25.png" Type="http://schemas.openxmlformats.org/officeDocument/2006/relationships/image"/><Relationship Id="rId22" Target="../media/image26.svg" Type="http://schemas.openxmlformats.org/officeDocument/2006/relationships/image"/><Relationship Id="rId23" Target="../media/image27.png" Type="http://schemas.openxmlformats.org/officeDocument/2006/relationships/image"/><Relationship Id="rId24" Target="../media/image28.svg" Type="http://schemas.openxmlformats.org/officeDocument/2006/relationships/image"/><Relationship Id="rId25" Target="../media/image29.png" Type="http://schemas.openxmlformats.org/officeDocument/2006/relationships/image"/><Relationship Id="rId26" Target="../media/image30.svg" Type="http://schemas.openxmlformats.org/officeDocument/2006/relationships/image"/><Relationship Id="rId27" Target="../media/image31.png" Type="http://schemas.openxmlformats.org/officeDocument/2006/relationships/image"/><Relationship Id="rId28" Target="../media/image32.svg" Type="http://schemas.openxmlformats.org/officeDocument/2006/relationships/image"/><Relationship Id="rId29" Target="../media/image33.png" Type="http://schemas.openxmlformats.org/officeDocument/2006/relationships/image"/><Relationship Id="rId3" Target="../media/image7.svg" Type="http://schemas.openxmlformats.org/officeDocument/2006/relationships/image"/><Relationship Id="rId30" Target="../media/image34.svg" Type="http://schemas.openxmlformats.org/officeDocument/2006/relationships/image"/><Relationship Id="rId31" Target="../media/image35.png" Type="http://schemas.openxmlformats.org/officeDocument/2006/relationships/image"/><Relationship Id="rId32" Target="../media/image36.svg" Type="http://schemas.openxmlformats.org/officeDocument/2006/relationships/image"/><Relationship Id="rId33" Target="../media/image37.png" Type="http://schemas.openxmlformats.org/officeDocument/2006/relationships/image"/><Relationship Id="rId34" Target="../media/image38.svg" Type="http://schemas.openxmlformats.org/officeDocument/2006/relationships/image"/><Relationship Id="rId35" Target="../media/image39.png" Type="http://schemas.openxmlformats.org/officeDocument/2006/relationships/image"/><Relationship Id="rId36" Target="../media/image40.svg" Type="http://schemas.openxmlformats.org/officeDocument/2006/relationships/image"/><Relationship Id="rId37" Target="../media/image41.png" Type="http://schemas.openxmlformats.org/officeDocument/2006/relationships/image"/><Relationship Id="rId38" Target="../media/image42.svg" Type="http://schemas.openxmlformats.org/officeDocument/2006/relationships/image"/><Relationship Id="rId39" Target="../media/image43.png" Type="http://schemas.openxmlformats.org/officeDocument/2006/relationships/image"/><Relationship Id="rId4" Target="../media/image8.png" Type="http://schemas.openxmlformats.org/officeDocument/2006/relationships/image"/><Relationship Id="rId40" Target="../media/image44.svg" Type="http://schemas.openxmlformats.org/officeDocument/2006/relationships/image"/><Relationship Id="rId41" Target="../media/image45.png" Type="http://schemas.openxmlformats.org/officeDocument/2006/relationships/image"/><Relationship Id="rId42" Target="../media/image46.svg" Type="http://schemas.openxmlformats.org/officeDocument/2006/relationships/image"/><Relationship Id="rId43" Target="../media/image47.png" Type="http://schemas.openxmlformats.org/officeDocument/2006/relationships/image"/><Relationship Id="rId44" Target="../media/image48.svg" Type="http://schemas.openxmlformats.org/officeDocument/2006/relationships/image"/><Relationship Id="rId45" Target="../media/image49.png" Type="http://schemas.openxmlformats.org/officeDocument/2006/relationships/image"/><Relationship Id="rId46" Target="../media/image50.svg" Type="http://schemas.openxmlformats.org/officeDocument/2006/relationships/image"/><Relationship Id="rId47" Target="../media/image51.png" Type="http://schemas.openxmlformats.org/officeDocument/2006/relationships/image"/><Relationship Id="rId48" Target="../media/image52.svg" Type="http://schemas.openxmlformats.org/officeDocument/2006/relationships/image"/><Relationship Id="rId49" Target="../media/image53.png" Type="http://schemas.openxmlformats.org/officeDocument/2006/relationships/image"/><Relationship Id="rId5" Target="../media/image9.png" Type="http://schemas.openxmlformats.org/officeDocument/2006/relationships/image"/><Relationship Id="rId50" Target="../media/image54.svg" Type="http://schemas.openxmlformats.org/officeDocument/2006/relationships/image"/><Relationship Id="rId51" Target="../media/image55.png" Type="http://schemas.openxmlformats.org/officeDocument/2006/relationships/image"/><Relationship Id="rId52" Target="../media/image56.svg" Type="http://schemas.openxmlformats.org/officeDocument/2006/relationships/image"/><Relationship Id="rId53" Target="../media/image57.png" Type="http://schemas.openxmlformats.org/officeDocument/2006/relationships/image"/><Relationship Id="rId54" Target="../media/image58.svg" Type="http://schemas.openxmlformats.org/officeDocument/2006/relationships/image"/><Relationship Id="rId55" Target="../media/image59.png" Type="http://schemas.openxmlformats.org/officeDocument/2006/relationships/image"/><Relationship Id="rId56" Target="../media/image60.svg" Type="http://schemas.openxmlformats.org/officeDocument/2006/relationships/image"/><Relationship Id="rId57" Target="../media/image61.png" Type="http://schemas.openxmlformats.org/officeDocument/2006/relationships/image"/><Relationship Id="rId58" Target="../media/image62.svg" Type="http://schemas.openxmlformats.org/officeDocument/2006/relationships/image"/><Relationship Id="rId59" Target="../media/image63.png" Type="http://schemas.openxmlformats.org/officeDocument/2006/relationships/image"/><Relationship Id="rId6" Target="../media/image10.svg" Type="http://schemas.openxmlformats.org/officeDocument/2006/relationships/image"/><Relationship Id="rId60" Target="../media/image64.svg" Type="http://schemas.openxmlformats.org/officeDocument/2006/relationships/image"/><Relationship Id="rId61" Target="../media/image65.png" Type="http://schemas.openxmlformats.org/officeDocument/2006/relationships/image"/><Relationship Id="rId62" Target="../media/image66.svg" Type="http://schemas.openxmlformats.org/officeDocument/2006/relationships/image"/><Relationship Id="rId63" Target="../media/image67.png" Type="http://schemas.openxmlformats.org/officeDocument/2006/relationships/image"/><Relationship Id="rId64" Target="../media/image68.svg" Type="http://schemas.openxmlformats.org/officeDocument/2006/relationships/image"/><Relationship Id="rId65" Target="../media/image69.png" Type="http://schemas.openxmlformats.org/officeDocument/2006/relationships/image"/><Relationship Id="rId66" Target="../media/image70.svg" Type="http://schemas.openxmlformats.org/officeDocument/2006/relationships/image"/><Relationship Id="rId67" Target="../media/image71.png" Type="http://schemas.openxmlformats.org/officeDocument/2006/relationships/image"/><Relationship Id="rId68" Target="../media/image72.svg" Type="http://schemas.openxmlformats.org/officeDocument/2006/relationships/image"/><Relationship Id="rId69" Target="../media/image73.png" Type="http://schemas.openxmlformats.org/officeDocument/2006/relationships/image"/><Relationship Id="rId7" Target="../media/image11.png" Type="http://schemas.openxmlformats.org/officeDocument/2006/relationships/image"/><Relationship Id="rId70" Target="../media/image74.svg" Type="http://schemas.openxmlformats.org/officeDocument/2006/relationships/image"/><Relationship Id="rId71" Target="../media/image75.png" Type="http://schemas.openxmlformats.org/officeDocument/2006/relationships/image"/><Relationship Id="rId72" Target="../media/image76.svg" Type="http://schemas.openxmlformats.org/officeDocument/2006/relationships/image"/><Relationship Id="rId73" Target="../media/image77.png" Type="http://schemas.openxmlformats.org/officeDocument/2006/relationships/image"/><Relationship Id="rId74" Target="../media/image78.svg" Type="http://schemas.openxmlformats.org/officeDocument/2006/relationships/image"/><Relationship Id="rId75" Target="../media/image79.png" Type="http://schemas.openxmlformats.org/officeDocument/2006/relationships/image"/><Relationship Id="rId76" Target="../media/image80.svg" Type="http://schemas.openxmlformats.org/officeDocument/2006/relationships/image"/><Relationship Id="rId77" Target="../media/image81.png" Type="http://schemas.openxmlformats.org/officeDocument/2006/relationships/image"/><Relationship Id="rId78" Target="../media/image82.svg" Type="http://schemas.openxmlformats.org/officeDocument/2006/relationships/image"/><Relationship Id="rId79" Target="../media/image83.png" Type="http://schemas.openxmlformats.org/officeDocument/2006/relationships/image"/><Relationship Id="rId8" Target="../media/image12.svg" Type="http://schemas.openxmlformats.org/officeDocument/2006/relationships/image"/><Relationship Id="rId80" Target="../media/image84.svg" Type="http://schemas.openxmlformats.org/officeDocument/2006/relationships/image"/><Relationship Id="rId81" Target="../media/image85.png" Type="http://schemas.openxmlformats.org/officeDocument/2006/relationships/image"/><Relationship Id="rId82" Target="../media/image86.svg" Type="http://schemas.openxmlformats.org/officeDocument/2006/relationships/image"/><Relationship Id="rId83" Target="../media/image87.png" Type="http://schemas.openxmlformats.org/officeDocument/2006/relationships/image"/><Relationship Id="rId84" Target="../media/image88.svg" Type="http://schemas.openxmlformats.org/officeDocument/2006/relationships/image"/><Relationship Id="rId85" Target="../media/image89.png" Type="http://schemas.openxmlformats.org/officeDocument/2006/relationships/image"/><Relationship Id="rId86" Target="../media/image90.svg" Type="http://schemas.openxmlformats.org/officeDocument/2006/relationships/image"/><Relationship Id="rId87" Target="../media/image91.png" Type="http://schemas.openxmlformats.org/officeDocument/2006/relationships/image"/><Relationship Id="rId88" Target="../media/image92.svg" Type="http://schemas.openxmlformats.org/officeDocument/2006/relationships/image"/><Relationship Id="rId89" Target="../media/image93.png" Type="http://schemas.openxmlformats.org/officeDocument/2006/relationships/image"/><Relationship Id="rId9" Target="../media/image13.png" Type="http://schemas.openxmlformats.org/officeDocument/2006/relationships/image"/><Relationship Id="rId90" Target="../media/image94.svg" Type="http://schemas.openxmlformats.org/officeDocument/2006/relationships/image"/><Relationship Id="rId91" Target="../media/image95.png" Type="http://schemas.openxmlformats.org/officeDocument/2006/relationships/image"/><Relationship Id="rId92" Target="../media/image96.svg" Type="http://schemas.openxmlformats.org/officeDocument/2006/relationships/image"/><Relationship Id="rId93" Target="../media/image97.png" Type="http://schemas.openxmlformats.org/officeDocument/2006/relationships/image"/><Relationship Id="rId94" Target="../media/image98.svg" Type="http://schemas.openxmlformats.org/officeDocument/2006/relationships/image"/><Relationship Id="rId95" Target="../media/image99.png" Type="http://schemas.openxmlformats.org/officeDocument/2006/relationships/image"/><Relationship Id="rId96" Target="../media/image100.svg" Type="http://schemas.openxmlformats.org/officeDocument/2006/relationships/image"/><Relationship Id="rId97" Target="../media/image101.png" Type="http://schemas.openxmlformats.org/officeDocument/2006/relationships/image"/><Relationship Id="rId98" Target="../media/image102.svg" Type="http://schemas.openxmlformats.org/officeDocument/2006/relationships/image"/><Relationship Id="rId99" Target="../media/image10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6.png" Type="http://schemas.openxmlformats.org/officeDocument/2006/relationships/image"/><Relationship Id="rId4" Target="../media/image15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0.jpeg" Type="http://schemas.openxmlformats.org/officeDocument/2006/relationships/image"/><Relationship Id="rId3" Target="../media/image161.png" Type="http://schemas.openxmlformats.org/officeDocument/2006/relationships/image"/><Relationship Id="rId4" Target="../media/image162.png" Type="http://schemas.openxmlformats.org/officeDocument/2006/relationships/image"/><Relationship Id="rId5" Target="../media/image163.svg" Type="http://schemas.openxmlformats.org/officeDocument/2006/relationships/image"/><Relationship Id="rId6" Target="../media/image164.png" Type="http://schemas.openxmlformats.org/officeDocument/2006/relationships/image"/><Relationship Id="rId7" Target="../media/image165.svg" Type="http://schemas.openxmlformats.org/officeDocument/2006/relationships/image"/><Relationship Id="rId8" Target="../media/image166.png" Type="http://schemas.openxmlformats.org/officeDocument/2006/relationships/image"/><Relationship Id="rId9" Target="../media/image16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2" y="264909"/>
            <a:ext cx="11420475" cy="6962775"/>
            <a:chOff x="0" y="0"/>
            <a:chExt cx="15227300" cy="928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283700"/>
                  </a:lnTo>
                  <a:lnTo>
                    <a:pt x="0" y="928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4" r="-41" b="-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196644"/>
            <a:ext cx="11556997" cy="7099297"/>
            <a:chOff x="0" y="0"/>
            <a:chExt cx="11557000" cy="7099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972300"/>
            </a:xfrm>
            <a:custGeom>
              <a:avLst/>
              <a:gdLst/>
              <a:ahLst/>
              <a:cxnLst/>
              <a:rect r="r" b="b" t="t" l="l"/>
              <a:pathLst>
                <a:path h="69723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972300"/>
                  </a:lnTo>
                  <a:lnTo>
                    <a:pt x="0" y="6972300"/>
                  </a:ln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4286250" cy="6972300"/>
            </a:xfrm>
            <a:custGeom>
              <a:avLst/>
              <a:gdLst/>
              <a:ahLst/>
              <a:cxnLst/>
              <a:rect r="r" b="b" t="t" l="l"/>
              <a:pathLst>
                <a:path h="697230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6972300"/>
                  </a:lnTo>
                  <a:lnTo>
                    <a:pt x="0" y="697230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" y="1003097"/>
            <a:ext cx="4114800" cy="5486400"/>
            <a:chOff x="0" y="0"/>
            <a:chExt cx="5486400" cy="731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701" y="7315200"/>
                    <a:pt x="28575" y="7315200"/>
                  </a:cubicBezTo>
                  <a:lnTo>
                    <a:pt x="5457825" y="7315200"/>
                  </a:lnTo>
                  <a:cubicBezTo>
                    <a:pt x="5465699" y="7315200"/>
                    <a:pt x="5472430" y="7312406"/>
                    <a:pt x="5478018" y="7306818"/>
                  </a:cubicBezTo>
                  <a:cubicBezTo>
                    <a:pt x="5483606" y="7301230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22822" y="2739819"/>
            <a:ext cx="6070597" cy="4079872"/>
            <a:chOff x="0" y="0"/>
            <a:chExt cx="6070600" cy="40798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373" y="63500"/>
              <a:ext cx="5943854" cy="3953002"/>
            </a:xfrm>
            <a:custGeom>
              <a:avLst/>
              <a:gdLst/>
              <a:ahLst/>
              <a:cxnLst/>
              <a:rect r="r" b="b" t="t" l="l"/>
              <a:pathLst>
                <a:path h="3953002" w="5943854">
                  <a:moveTo>
                    <a:pt x="127" y="393141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922264" y="0"/>
                  </a:lnTo>
                  <a:cubicBezTo>
                    <a:pt x="5925058" y="0"/>
                    <a:pt x="5927852" y="508"/>
                    <a:pt x="5930519" y="1651"/>
                  </a:cubicBezTo>
                  <a:cubicBezTo>
                    <a:pt x="5933186" y="2794"/>
                    <a:pt x="5935472" y="4318"/>
                    <a:pt x="5937504" y="6350"/>
                  </a:cubicBezTo>
                  <a:cubicBezTo>
                    <a:pt x="5939536" y="8382"/>
                    <a:pt x="5941060" y="10668"/>
                    <a:pt x="5942203" y="13335"/>
                  </a:cubicBezTo>
                  <a:cubicBezTo>
                    <a:pt x="5943346" y="16002"/>
                    <a:pt x="5943854" y="18669"/>
                    <a:pt x="5943854" y="21590"/>
                  </a:cubicBezTo>
                  <a:lnTo>
                    <a:pt x="5943854" y="3931412"/>
                  </a:lnTo>
                  <a:cubicBezTo>
                    <a:pt x="5943854" y="3934206"/>
                    <a:pt x="5943346" y="3937000"/>
                    <a:pt x="5942203" y="3939667"/>
                  </a:cubicBezTo>
                  <a:cubicBezTo>
                    <a:pt x="5941060" y="3942334"/>
                    <a:pt x="5939536" y="3944620"/>
                    <a:pt x="5937504" y="3946652"/>
                  </a:cubicBezTo>
                  <a:cubicBezTo>
                    <a:pt x="5935472" y="3948684"/>
                    <a:pt x="5933186" y="3950208"/>
                    <a:pt x="5930519" y="3951351"/>
                  </a:cubicBezTo>
                  <a:cubicBezTo>
                    <a:pt x="5927852" y="3952494"/>
                    <a:pt x="5925185" y="3953002"/>
                    <a:pt x="5922264" y="3953002"/>
                  </a:cubicBezTo>
                  <a:lnTo>
                    <a:pt x="21590" y="3953002"/>
                  </a:lnTo>
                  <a:cubicBezTo>
                    <a:pt x="18796" y="3953002"/>
                    <a:pt x="16002" y="3952494"/>
                    <a:pt x="13335" y="3951351"/>
                  </a:cubicBezTo>
                  <a:cubicBezTo>
                    <a:pt x="10668" y="3950208"/>
                    <a:pt x="8382" y="3948684"/>
                    <a:pt x="6350" y="3946652"/>
                  </a:cubicBezTo>
                  <a:cubicBezTo>
                    <a:pt x="4318" y="3944620"/>
                    <a:pt x="2794" y="3942334"/>
                    <a:pt x="1651" y="3939667"/>
                  </a:cubicBezTo>
                  <a:cubicBezTo>
                    <a:pt x="508" y="3937000"/>
                    <a:pt x="0" y="3934333"/>
                    <a:pt x="0" y="3931412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943727" cy="990600"/>
            </a:xfrm>
            <a:custGeom>
              <a:avLst/>
              <a:gdLst/>
              <a:ahLst/>
              <a:cxnLst/>
              <a:rect r="r" b="b" t="t" l="l"/>
              <a:pathLst>
                <a:path h="990600" w="5943727">
                  <a:moveTo>
                    <a:pt x="0" y="990600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1054100"/>
              <a:ext cx="5943600" cy="990600"/>
            </a:xfrm>
            <a:custGeom>
              <a:avLst/>
              <a:gdLst/>
              <a:ahLst/>
              <a:cxnLst/>
              <a:rect r="r" b="b" t="t" l="l"/>
              <a:pathLst>
                <a:path h="9906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105410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2044700"/>
              <a:ext cx="5943600" cy="981075"/>
            </a:xfrm>
            <a:custGeom>
              <a:avLst/>
              <a:gdLst/>
              <a:ahLst/>
              <a:cxnLst/>
              <a:rect r="r" b="b" t="t" l="l"/>
              <a:pathLst>
                <a:path h="98107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81075"/>
                  </a:lnTo>
                  <a:lnTo>
                    <a:pt x="0" y="981075"/>
                  </a:ln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2044700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373" y="3025775"/>
              <a:ext cx="5943727" cy="990727"/>
            </a:xfrm>
            <a:custGeom>
              <a:avLst/>
              <a:gdLst/>
              <a:ahLst/>
              <a:cxnLst/>
              <a:rect r="r" b="b" t="t" l="l"/>
              <a:pathLst>
                <a:path h="990727" w="5943727">
                  <a:moveTo>
                    <a:pt x="127" y="969137"/>
                  </a:moveTo>
                  <a:lnTo>
                    <a:pt x="127" y="0"/>
                  </a:lnTo>
                  <a:lnTo>
                    <a:pt x="5943727" y="0"/>
                  </a:lnTo>
                  <a:lnTo>
                    <a:pt x="5943727" y="969137"/>
                  </a:lnTo>
                  <a:cubicBezTo>
                    <a:pt x="5943727" y="971931"/>
                    <a:pt x="5943219" y="974725"/>
                    <a:pt x="5942076" y="977392"/>
                  </a:cubicBezTo>
                  <a:cubicBezTo>
                    <a:pt x="5940933" y="980059"/>
                    <a:pt x="5939409" y="982345"/>
                    <a:pt x="5937377" y="984377"/>
                  </a:cubicBezTo>
                  <a:cubicBezTo>
                    <a:pt x="5935345" y="986409"/>
                    <a:pt x="5933059" y="987933"/>
                    <a:pt x="5930392" y="989076"/>
                  </a:cubicBezTo>
                  <a:cubicBezTo>
                    <a:pt x="5927725" y="990219"/>
                    <a:pt x="5925058" y="990727"/>
                    <a:pt x="5922137" y="990727"/>
                  </a:cubicBezTo>
                  <a:lnTo>
                    <a:pt x="21590" y="990727"/>
                  </a:lnTo>
                  <a:cubicBezTo>
                    <a:pt x="18796" y="990727"/>
                    <a:pt x="16002" y="990219"/>
                    <a:pt x="13335" y="989076"/>
                  </a:cubicBezTo>
                  <a:cubicBezTo>
                    <a:pt x="10668" y="987933"/>
                    <a:pt x="8382" y="986409"/>
                    <a:pt x="6350" y="984377"/>
                  </a:cubicBezTo>
                  <a:cubicBezTo>
                    <a:pt x="4318" y="982345"/>
                    <a:pt x="2794" y="980059"/>
                    <a:pt x="1651" y="977392"/>
                  </a:cubicBezTo>
                  <a:cubicBezTo>
                    <a:pt x="508" y="974725"/>
                    <a:pt x="0" y="972058"/>
                    <a:pt x="0" y="969137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3025775"/>
              <a:ext cx="5943600" cy="19050"/>
            </a:xfrm>
            <a:custGeom>
              <a:avLst/>
              <a:gdLst/>
              <a:ahLst/>
              <a:cxnLst/>
              <a:rect r="r" b="b" t="t" l="l"/>
              <a:pathLst>
                <a:path h="19050" w="59436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934075" y="0"/>
                  </a:lnTo>
                  <a:cubicBezTo>
                    <a:pt x="5936742" y="0"/>
                    <a:pt x="5938901" y="889"/>
                    <a:pt x="5940806" y="2794"/>
                  </a:cubicBezTo>
                  <a:cubicBezTo>
                    <a:pt x="5942711" y="4699"/>
                    <a:pt x="5943600" y="6858"/>
                    <a:pt x="5943600" y="9525"/>
                  </a:cubicBezTo>
                  <a:cubicBezTo>
                    <a:pt x="5943600" y="12192"/>
                    <a:pt x="5942711" y="14351"/>
                    <a:pt x="5940806" y="16256"/>
                  </a:cubicBezTo>
                  <a:cubicBezTo>
                    <a:pt x="5938901" y="18161"/>
                    <a:pt x="5936742" y="19050"/>
                    <a:pt x="59340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3F3F4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886325" y="730748"/>
            <a:ext cx="5263867" cy="1063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Web Development Internship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67352" y="2105339"/>
            <a:ext cx="45472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057775" y="3391214"/>
            <a:ext cx="1036853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Sieve Capital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57775" y="6353489"/>
            <a:ext cx="2488863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15 May 2026 – 15 August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057775" y="5372414"/>
            <a:ext cx="3405045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B.Tech – Computer Science &amp; Engineering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57775" y="4381814"/>
            <a:ext cx="3537433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Nishant Rajput · Roll No. 25SCS1003000970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86325" y="2076764"/>
            <a:ext cx="6048280" cy="53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DepartmentofComputerScience&amp;Engineering,IILMUniversity,Greater Noida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57775" y="4924577"/>
            <a:ext cx="958339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57775" y="2943377"/>
            <a:ext cx="1075068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Company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57775" y="3933977"/>
            <a:ext cx="1459582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Presented By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57775" y="5905652"/>
            <a:ext cx="1933070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Internship Period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157010"/>
            <a:ext cx="11420475" cy="7172325"/>
            <a:chOff x="0" y="0"/>
            <a:chExt cx="15227300" cy="9563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563100"/>
            </a:xfrm>
            <a:custGeom>
              <a:avLst/>
              <a:gdLst/>
              <a:ahLst/>
              <a:cxnLst/>
              <a:rect r="r" b="b" t="t" l="l"/>
              <a:pathLst>
                <a:path h="95631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563100"/>
                  </a:lnTo>
                  <a:lnTo>
                    <a:pt x="0" y="9563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134" r="-41" b="-13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88744"/>
            <a:ext cx="11556997" cy="7308847"/>
            <a:chOff x="0" y="0"/>
            <a:chExt cx="11557000" cy="7308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181850"/>
            </a:xfrm>
            <a:custGeom>
              <a:avLst/>
              <a:gdLst/>
              <a:ahLst/>
              <a:cxnLst/>
              <a:rect r="r" b="b" t="t" l="l"/>
              <a:pathLst>
                <a:path h="718185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181850"/>
                  </a:lnTo>
                  <a:lnTo>
                    <a:pt x="0" y="7181850"/>
                  </a:ln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448" y="1882648"/>
              <a:ext cx="390779" cy="381254"/>
            </a:xfrm>
            <a:custGeom>
              <a:avLst/>
              <a:gdLst/>
              <a:ahLst/>
              <a:cxnLst/>
              <a:rect r="r" b="b" t="t" l="l"/>
              <a:pathLst>
                <a:path h="381254" w="390779">
                  <a:moveTo>
                    <a:pt x="127" y="3596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350"/>
                  </a:cubicBezTo>
                  <a:cubicBezTo>
                    <a:pt x="386461" y="8382"/>
                    <a:pt x="387985" y="10668"/>
                    <a:pt x="389128" y="13335"/>
                  </a:cubicBezTo>
                  <a:cubicBezTo>
                    <a:pt x="390271" y="16002"/>
                    <a:pt x="390779" y="18669"/>
                    <a:pt x="390779" y="21590"/>
                  </a:cubicBezTo>
                  <a:lnTo>
                    <a:pt x="390779" y="359664"/>
                  </a:lnTo>
                  <a:cubicBezTo>
                    <a:pt x="390779" y="362458"/>
                    <a:pt x="390271" y="365252"/>
                    <a:pt x="389128" y="367919"/>
                  </a:cubicBezTo>
                  <a:cubicBezTo>
                    <a:pt x="387985" y="370586"/>
                    <a:pt x="386461" y="372872"/>
                    <a:pt x="384429" y="374904"/>
                  </a:cubicBezTo>
                  <a:cubicBezTo>
                    <a:pt x="382397" y="376936"/>
                    <a:pt x="380111" y="378460"/>
                    <a:pt x="377444" y="379603"/>
                  </a:cubicBezTo>
                  <a:cubicBezTo>
                    <a:pt x="374777" y="380746"/>
                    <a:pt x="372110" y="381254"/>
                    <a:pt x="369189" y="381254"/>
                  </a:cubicBezTo>
                  <a:lnTo>
                    <a:pt x="21590" y="381254"/>
                  </a:lnTo>
                  <a:cubicBezTo>
                    <a:pt x="18796" y="381254"/>
                    <a:pt x="16002" y="380746"/>
                    <a:pt x="13335" y="379603"/>
                  </a:cubicBezTo>
                  <a:cubicBezTo>
                    <a:pt x="10668" y="378460"/>
                    <a:pt x="8382" y="376936"/>
                    <a:pt x="6350" y="374904"/>
                  </a:cubicBezTo>
                  <a:cubicBezTo>
                    <a:pt x="4318" y="372872"/>
                    <a:pt x="2794" y="370586"/>
                    <a:pt x="1651" y="367919"/>
                  </a:cubicBezTo>
                  <a:cubicBezTo>
                    <a:pt x="508" y="365252"/>
                    <a:pt x="0" y="362585"/>
                    <a:pt x="0" y="3596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63448" y="2930398"/>
              <a:ext cx="390779" cy="381254"/>
            </a:xfrm>
            <a:custGeom>
              <a:avLst/>
              <a:gdLst/>
              <a:ahLst/>
              <a:cxnLst/>
              <a:rect r="r" b="b" t="t" l="l"/>
              <a:pathLst>
                <a:path h="381254" w="390779">
                  <a:moveTo>
                    <a:pt x="127" y="3596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350"/>
                  </a:cubicBezTo>
                  <a:cubicBezTo>
                    <a:pt x="386461" y="8382"/>
                    <a:pt x="387985" y="10668"/>
                    <a:pt x="389128" y="13335"/>
                  </a:cubicBezTo>
                  <a:cubicBezTo>
                    <a:pt x="390271" y="16002"/>
                    <a:pt x="390779" y="18669"/>
                    <a:pt x="390779" y="21590"/>
                  </a:cubicBezTo>
                  <a:lnTo>
                    <a:pt x="390779" y="359664"/>
                  </a:lnTo>
                  <a:cubicBezTo>
                    <a:pt x="390779" y="362458"/>
                    <a:pt x="390271" y="365252"/>
                    <a:pt x="389128" y="367919"/>
                  </a:cubicBezTo>
                  <a:cubicBezTo>
                    <a:pt x="387985" y="370586"/>
                    <a:pt x="386461" y="372872"/>
                    <a:pt x="384429" y="374904"/>
                  </a:cubicBezTo>
                  <a:cubicBezTo>
                    <a:pt x="382397" y="376936"/>
                    <a:pt x="380111" y="378460"/>
                    <a:pt x="377444" y="379603"/>
                  </a:cubicBezTo>
                  <a:cubicBezTo>
                    <a:pt x="374777" y="380746"/>
                    <a:pt x="372110" y="381254"/>
                    <a:pt x="369189" y="381254"/>
                  </a:cubicBezTo>
                  <a:lnTo>
                    <a:pt x="21590" y="381254"/>
                  </a:lnTo>
                  <a:cubicBezTo>
                    <a:pt x="18796" y="381254"/>
                    <a:pt x="16002" y="380746"/>
                    <a:pt x="13335" y="379603"/>
                  </a:cubicBezTo>
                  <a:cubicBezTo>
                    <a:pt x="10668" y="378460"/>
                    <a:pt x="8382" y="376936"/>
                    <a:pt x="6350" y="374904"/>
                  </a:cubicBezTo>
                  <a:cubicBezTo>
                    <a:pt x="4318" y="372872"/>
                    <a:pt x="2794" y="370586"/>
                    <a:pt x="1651" y="367919"/>
                  </a:cubicBezTo>
                  <a:cubicBezTo>
                    <a:pt x="508" y="365252"/>
                    <a:pt x="0" y="362585"/>
                    <a:pt x="0" y="3596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3448" y="3978148"/>
              <a:ext cx="390779" cy="381254"/>
            </a:xfrm>
            <a:custGeom>
              <a:avLst/>
              <a:gdLst/>
              <a:ahLst/>
              <a:cxnLst/>
              <a:rect r="r" b="b" t="t" l="l"/>
              <a:pathLst>
                <a:path h="381254" w="390779">
                  <a:moveTo>
                    <a:pt x="127" y="3596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350"/>
                  </a:cubicBezTo>
                  <a:cubicBezTo>
                    <a:pt x="386461" y="8382"/>
                    <a:pt x="387985" y="10668"/>
                    <a:pt x="389128" y="13335"/>
                  </a:cubicBezTo>
                  <a:cubicBezTo>
                    <a:pt x="390271" y="16002"/>
                    <a:pt x="390779" y="18669"/>
                    <a:pt x="390779" y="21590"/>
                  </a:cubicBezTo>
                  <a:lnTo>
                    <a:pt x="390779" y="359664"/>
                  </a:lnTo>
                  <a:cubicBezTo>
                    <a:pt x="390779" y="362458"/>
                    <a:pt x="390271" y="365252"/>
                    <a:pt x="389128" y="367919"/>
                  </a:cubicBezTo>
                  <a:cubicBezTo>
                    <a:pt x="387985" y="370586"/>
                    <a:pt x="386461" y="372872"/>
                    <a:pt x="384429" y="374904"/>
                  </a:cubicBezTo>
                  <a:cubicBezTo>
                    <a:pt x="382397" y="376936"/>
                    <a:pt x="380111" y="378460"/>
                    <a:pt x="377444" y="379603"/>
                  </a:cubicBezTo>
                  <a:cubicBezTo>
                    <a:pt x="374777" y="380746"/>
                    <a:pt x="372110" y="381254"/>
                    <a:pt x="369189" y="381254"/>
                  </a:cubicBezTo>
                  <a:lnTo>
                    <a:pt x="21590" y="381254"/>
                  </a:lnTo>
                  <a:cubicBezTo>
                    <a:pt x="18796" y="381254"/>
                    <a:pt x="16002" y="380746"/>
                    <a:pt x="13335" y="379603"/>
                  </a:cubicBezTo>
                  <a:cubicBezTo>
                    <a:pt x="10668" y="378460"/>
                    <a:pt x="8382" y="376936"/>
                    <a:pt x="6350" y="374904"/>
                  </a:cubicBezTo>
                  <a:cubicBezTo>
                    <a:pt x="4318" y="372872"/>
                    <a:pt x="2794" y="370586"/>
                    <a:pt x="1651" y="367919"/>
                  </a:cubicBezTo>
                  <a:cubicBezTo>
                    <a:pt x="508" y="365252"/>
                    <a:pt x="0" y="362585"/>
                    <a:pt x="0" y="3596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3448" y="5025898"/>
              <a:ext cx="390779" cy="381254"/>
            </a:xfrm>
            <a:custGeom>
              <a:avLst/>
              <a:gdLst/>
              <a:ahLst/>
              <a:cxnLst/>
              <a:rect r="r" b="b" t="t" l="l"/>
              <a:pathLst>
                <a:path h="381254" w="390779">
                  <a:moveTo>
                    <a:pt x="127" y="3596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350"/>
                  </a:cubicBezTo>
                  <a:cubicBezTo>
                    <a:pt x="386461" y="8382"/>
                    <a:pt x="387985" y="10668"/>
                    <a:pt x="389128" y="13335"/>
                  </a:cubicBezTo>
                  <a:cubicBezTo>
                    <a:pt x="390271" y="16002"/>
                    <a:pt x="390779" y="18669"/>
                    <a:pt x="390779" y="21590"/>
                  </a:cubicBezTo>
                  <a:lnTo>
                    <a:pt x="390779" y="359664"/>
                  </a:lnTo>
                  <a:cubicBezTo>
                    <a:pt x="390779" y="362458"/>
                    <a:pt x="390271" y="365252"/>
                    <a:pt x="389128" y="367919"/>
                  </a:cubicBezTo>
                  <a:cubicBezTo>
                    <a:pt x="387985" y="370586"/>
                    <a:pt x="386461" y="372872"/>
                    <a:pt x="384429" y="374904"/>
                  </a:cubicBezTo>
                  <a:cubicBezTo>
                    <a:pt x="382397" y="376936"/>
                    <a:pt x="380111" y="378460"/>
                    <a:pt x="377444" y="379603"/>
                  </a:cubicBezTo>
                  <a:cubicBezTo>
                    <a:pt x="374777" y="380746"/>
                    <a:pt x="372110" y="381254"/>
                    <a:pt x="369189" y="381254"/>
                  </a:cubicBezTo>
                  <a:lnTo>
                    <a:pt x="21590" y="381254"/>
                  </a:lnTo>
                  <a:cubicBezTo>
                    <a:pt x="18796" y="381254"/>
                    <a:pt x="16002" y="380746"/>
                    <a:pt x="13335" y="379603"/>
                  </a:cubicBezTo>
                  <a:cubicBezTo>
                    <a:pt x="10668" y="378460"/>
                    <a:pt x="8382" y="376936"/>
                    <a:pt x="6350" y="374904"/>
                  </a:cubicBezTo>
                  <a:cubicBezTo>
                    <a:pt x="4318" y="372872"/>
                    <a:pt x="2794" y="370586"/>
                    <a:pt x="1651" y="367919"/>
                  </a:cubicBezTo>
                  <a:cubicBezTo>
                    <a:pt x="508" y="365252"/>
                    <a:pt x="0" y="362585"/>
                    <a:pt x="0" y="3596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63448" y="6073648"/>
              <a:ext cx="390779" cy="381254"/>
            </a:xfrm>
            <a:custGeom>
              <a:avLst/>
              <a:gdLst/>
              <a:ahLst/>
              <a:cxnLst/>
              <a:rect r="r" b="b" t="t" l="l"/>
              <a:pathLst>
                <a:path h="381254" w="390779">
                  <a:moveTo>
                    <a:pt x="127" y="3596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369189" y="0"/>
                  </a:lnTo>
                  <a:cubicBezTo>
                    <a:pt x="371983" y="0"/>
                    <a:pt x="374777" y="508"/>
                    <a:pt x="377444" y="1651"/>
                  </a:cubicBezTo>
                  <a:cubicBezTo>
                    <a:pt x="380111" y="2794"/>
                    <a:pt x="382397" y="4318"/>
                    <a:pt x="384429" y="6350"/>
                  </a:cubicBezTo>
                  <a:cubicBezTo>
                    <a:pt x="386461" y="8382"/>
                    <a:pt x="387985" y="10668"/>
                    <a:pt x="389128" y="13335"/>
                  </a:cubicBezTo>
                  <a:cubicBezTo>
                    <a:pt x="390271" y="16002"/>
                    <a:pt x="390779" y="18669"/>
                    <a:pt x="390779" y="21590"/>
                  </a:cubicBezTo>
                  <a:lnTo>
                    <a:pt x="390779" y="359664"/>
                  </a:lnTo>
                  <a:cubicBezTo>
                    <a:pt x="390779" y="362458"/>
                    <a:pt x="390271" y="365252"/>
                    <a:pt x="389128" y="367919"/>
                  </a:cubicBezTo>
                  <a:cubicBezTo>
                    <a:pt x="387985" y="370586"/>
                    <a:pt x="386461" y="372872"/>
                    <a:pt x="384429" y="374904"/>
                  </a:cubicBezTo>
                  <a:cubicBezTo>
                    <a:pt x="382397" y="376936"/>
                    <a:pt x="380111" y="378460"/>
                    <a:pt x="377444" y="379603"/>
                  </a:cubicBezTo>
                  <a:cubicBezTo>
                    <a:pt x="374777" y="380746"/>
                    <a:pt x="372110" y="381254"/>
                    <a:pt x="369189" y="381254"/>
                  </a:cubicBezTo>
                  <a:lnTo>
                    <a:pt x="21590" y="381254"/>
                  </a:lnTo>
                  <a:cubicBezTo>
                    <a:pt x="18796" y="381254"/>
                    <a:pt x="16002" y="380746"/>
                    <a:pt x="13335" y="379603"/>
                  </a:cubicBezTo>
                  <a:cubicBezTo>
                    <a:pt x="10668" y="378460"/>
                    <a:pt x="8382" y="376936"/>
                    <a:pt x="6350" y="374904"/>
                  </a:cubicBezTo>
                  <a:cubicBezTo>
                    <a:pt x="4318" y="372872"/>
                    <a:pt x="2794" y="370586"/>
                    <a:pt x="1651" y="367919"/>
                  </a:cubicBezTo>
                  <a:cubicBezTo>
                    <a:pt x="508" y="365252"/>
                    <a:pt x="0" y="362585"/>
                    <a:pt x="0" y="3596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00075" y="565699"/>
            <a:ext cx="8152809" cy="121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About the Internship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internship provided practical exposure to modern web development and frontend engineering.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288" y="4540615"/>
            <a:ext cx="4330675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Created responsive layouts for different screen sizes.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88" y="3492865"/>
            <a:ext cx="4605757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Converted design concepts into working web interfaces.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5588365"/>
            <a:ext cx="4798304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Worked on reusable and structured frontend components.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288" y="2445115"/>
            <a:ext cx="5415791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Contributed to the development of the company's official website.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6636115"/>
            <a:ext cx="5486095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Assisted with testing, debugging, and performance improvements.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7288" y="3045028"/>
            <a:ext cx="1731302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Design to Code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7288" y="4092778"/>
            <a:ext cx="2204352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Responsive Layouts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7288" y="6188278"/>
            <a:ext cx="2326110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Testing &amp; Debugging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7288" y="1997278"/>
            <a:ext cx="2434542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Website Contribution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7288" y="5140528"/>
            <a:ext cx="2530945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Frontend Components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531457"/>
            <a:ext cx="11420475" cy="6429375"/>
            <a:chOff x="0" y="0"/>
            <a:chExt cx="152273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5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26694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0707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00075" y="2488844"/>
            <a:ext cx="3305175" cy="3305175"/>
            <a:chOff x="0" y="0"/>
            <a:chExt cx="4406900" cy="4406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6900" cy="4406900"/>
            </a:xfrm>
            <a:custGeom>
              <a:avLst/>
              <a:gdLst/>
              <a:ahLst/>
              <a:cxnLst/>
              <a:rect r="r" b="b" t="t" l="l"/>
              <a:pathLst>
                <a:path h="4406900" w="4406900">
                  <a:moveTo>
                    <a:pt x="0" y="0"/>
                  </a:moveTo>
                  <a:lnTo>
                    <a:pt x="4406900" y="0"/>
                  </a:lnTo>
                  <a:lnTo>
                    <a:pt x="4406900" y="4406900"/>
                  </a:lnTo>
                  <a:lnTo>
                    <a:pt x="0" y="440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62450" y="3679469"/>
            <a:ext cx="57150" cy="57150"/>
            <a:chOff x="0" y="0"/>
            <a:chExt cx="5715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362450" y="4012844"/>
            <a:ext cx="57150" cy="57150"/>
            <a:chOff x="0" y="0"/>
            <a:chExt cx="57150" cy="57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62450" y="4346219"/>
            <a:ext cx="57150" cy="57150"/>
            <a:chOff x="0" y="0"/>
            <a:chExt cx="57150" cy="571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362450" y="4679594"/>
            <a:ext cx="57150" cy="57150"/>
            <a:chOff x="0" y="0"/>
            <a:chExt cx="5715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362450" y="5012969"/>
            <a:ext cx="57150" cy="57150"/>
            <a:chOff x="0" y="0"/>
            <a:chExt cx="57150" cy="57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0075" y="940146"/>
            <a:ext cx="4428382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Project Background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36409" y="1895475"/>
            <a:ext cx="6543008" cy="148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Sieve Capital Website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main project during the internship was the development and improvement of the official Sieve Capital company website.</a:t>
            </a:r>
          </a:p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Project Requirements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6409" y="5276850"/>
            <a:ext cx="6281147" cy="106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Development Approach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website was developed using a component-based frontend approach to make the code organized, reusable, and easier to maintain.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10548" y="3533937"/>
            <a:ext cx="5430307" cy="164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Professional and modern website interface.</a:t>
            </a:r>
          </a:p>
          <a:p>
            <a:pPr algn="l">
              <a:lnSpc>
                <a:spcPts val="262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Easy navigation and clear information structure.</a:t>
            </a:r>
          </a:p>
          <a:p>
            <a:pPr algn="l">
              <a:lnSpc>
                <a:spcPts val="262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Responsive experience across desktop, tablet, and mobile devices. Consistent visual identity throughout the website.</a:t>
            </a:r>
          </a:p>
          <a:p>
            <a:pPr algn="l">
              <a:lnSpc>
                <a:spcPts val="262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Fast-loading and optimized web pages.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74447"/>
            <a:ext cx="11430000" cy="6743700"/>
          </a:xfrm>
          <a:custGeom>
            <a:avLst/>
            <a:gdLst/>
            <a:ahLst/>
            <a:cxnLst/>
            <a:rect r="r" b="b" t="t" l="l"/>
            <a:pathLst>
              <a:path h="6743700" w="11430000">
                <a:moveTo>
                  <a:pt x="0" y="0"/>
                </a:moveTo>
                <a:lnTo>
                  <a:pt x="11430000" y="0"/>
                </a:lnTo>
                <a:lnTo>
                  <a:pt x="1143000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72" y="379019"/>
            <a:ext cx="11420856" cy="6734556"/>
            <a:chOff x="0" y="0"/>
            <a:chExt cx="15227808" cy="89794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54" y="254"/>
              <a:ext cx="15227300" cy="8978900"/>
            </a:xfrm>
            <a:custGeom>
              <a:avLst/>
              <a:gdLst/>
              <a:ahLst/>
              <a:cxnLst/>
              <a:rect r="r" b="b" t="t" l="l"/>
              <a:pathLst>
                <a:path h="89789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978900"/>
                  </a:lnTo>
                  <a:lnTo>
                    <a:pt x="0" y="897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-2" r="-1" b="-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374447"/>
            <a:ext cx="11430000" cy="6743700"/>
          </a:xfrm>
          <a:custGeom>
            <a:avLst/>
            <a:gdLst/>
            <a:ahLst/>
            <a:cxnLst/>
            <a:rect r="r" b="b" t="t" l="l"/>
            <a:pathLst>
              <a:path h="6743700" w="11430000">
                <a:moveTo>
                  <a:pt x="0" y="0"/>
                </a:moveTo>
                <a:lnTo>
                  <a:pt x="11430000" y="0"/>
                </a:lnTo>
                <a:lnTo>
                  <a:pt x="11430000" y="6743700"/>
                </a:lnTo>
                <a:lnTo>
                  <a:pt x="0" y="674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9786" y="2249538"/>
            <a:ext cx="2432304" cy="1421892"/>
          </a:xfrm>
          <a:custGeom>
            <a:avLst/>
            <a:gdLst/>
            <a:ahLst/>
            <a:cxnLst/>
            <a:rect r="r" b="b" t="t" l="l"/>
            <a:pathLst>
              <a:path h="1421892" w="2432304">
                <a:moveTo>
                  <a:pt x="0" y="0"/>
                </a:moveTo>
                <a:lnTo>
                  <a:pt x="2432304" y="0"/>
                </a:lnTo>
                <a:lnTo>
                  <a:pt x="2432304" y="1421892"/>
                </a:lnTo>
                <a:lnTo>
                  <a:pt x="0" y="14218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12770" y="2249538"/>
            <a:ext cx="2423160" cy="1421892"/>
          </a:xfrm>
          <a:custGeom>
            <a:avLst/>
            <a:gdLst/>
            <a:ahLst/>
            <a:cxnLst/>
            <a:rect r="r" b="b" t="t" l="l"/>
            <a:pathLst>
              <a:path h="1421892" w="2423160">
                <a:moveTo>
                  <a:pt x="0" y="0"/>
                </a:moveTo>
                <a:lnTo>
                  <a:pt x="2423160" y="0"/>
                </a:lnTo>
                <a:lnTo>
                  <a:pt x="2423160" y="1421892"/>
                </a:lnTo>
                <a:lnTo>
                  <a:pt x="0" y="14218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9786" y="3782111"/>
            <a:ext cx="2432304" cy="1433322"/>
          </a:xfrm>
          <a:custGeom>
            <a:avLst/>
            <a:gdLst/>
            <a:ahLst/>
            <a:cxnLst/>
            <a:rect r="r" b="b" t="t" l="l"/>
            <a:pathLst>
              <a:path h="1433322" w="2432304">
                <a:moveTo>
                  <a:pt x="0" y="0"/>
                </a:moveTo>
                <a:lnTo>
                  <a:pt x="2432304" y="0"/>
                </a:lnTo>
                <a:lnTo>
                  <a:pt x="2432304" y="1433322"/>
                </a:lnTo>
                <a:lnTo>
                  <a:pt x="0" y="1433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12770" y="3782111"/>
            <a:ext cx="2423160" cy="1433322"/>
          </a:xfrm>
          <a:custGeom>
            <a:avLst/>
            <a:gdLst/>
            <a:ahLst/>
            <a:cxnLst/>
            <a:rect r="r" b="b" t="t" l="l"/>
            <a:pathLst>
              <a:path h="1433322" w="2423160">
                <a:moveTo>
                  <a:pt x="0" y="0"/>
                </a:moveTo>
                <a:lnTo>
                  <a:pt x="2423160" y="0"/>
                </a:lnTo>
                <a:lnTo>
                  <a:pt x="2423160" y="1433322"/>
                </a:lnTo>
                <a:lnTo>
                  <a:pt x="0" y="1433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9786" y="5325351"/>
            <a:ext cx="2432304" cy="1156716"/>
          </a:xfrm>
          <a:custGeom>
            <a:avLst/>
            <a:gdLst/>
            <a:ahLst/>
            <a:cxnLst/>
            <a:rect r="r" b="b" t="t" l="l"/>
            <a:pathLst>
              <a:path h="1156716" w="2432304">
                <a:moveTo>
                  <a:pt x="0" y="0"/>
                </a:moveTo>
                <a:lnTo>
                  <a:pt x="2432304" y="0"/>
                </a:lnTo>
                <a:lnTo>
                  <a:pt x="2432304" y="1156716"/>
                </a:lnTo>
                <a:lnTo>
                  <a:pt x="0" y="1156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195460" y="2378335"/>
            <a:ext cx="93726" cy="123444"/>
          </a:xfrm>
          <a:custGeom>
            <a:avLst/>
            <a:gdLst/>
            <a:ahLst/>
            <a:cxnLst/>
            <a:rect r="r" b="b" t="t" l="l"/>
            <a:pathLst>
              <a:path h="123444" w="93726">
                <a:moveTo>
                  <a:pt x="0" y="0"/>
                </a:moveTo>
                <a:lnTo>
                  <a:pt x="93726" y="0"/>
                </a:lnTo>
                <a:lnTo>
                  <a:pt x="93726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09170" y="2483882"/>
            <a:ext cx="100584" cy="93726"/>
          </a:xfrm>
          <a:custGeom>
            <a:avLst/>
            <a:gdLst/>
            <a:ahLst/>
            <a:cxnLst/>
            <a:rect r="r" b="b" t="t" l="l"/>
            <a:pathLst>
              <a:path h="93726" w="100584">
                <a:moveTo>
                  <a:pt x="0" y="0"/>
                </a:moveTo>
                <a:lnTo>
                  <a:pt x="100584" y="0"/>
                </a:lnTo>
                <a:lnTo>
                  <a:pt x="100584" y="93726"/>
                </a:lnTo>
                <a:lnTo>
                  <a:pt x="0" y="9372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52934" y="2589657"/>
            <a:ext cx="128016" cy="128016"/>
          </a:xfrm>
          <a:custGeom>
            <a:avLst/>
            <a:gdLst/>
            <a:ahLst/>
            <a:cxnLst/>
            <a:rect r="r" b="b" t="t" l="l"/>
            <a:pathLst>
              <a:path h="128016" w="128016">
                <a:moveTo>
                  <a:pt x="0" y="0"/>
                </a:moveTo>
                <a:lnTo>
                  <a:pt x="128016" y="0"/>
                </a:lnTo>
                <a:lnTo>
                  <a:pt x="128016" y="128016"/>
                </a:lnTo>
                <a:lnTo>
                  <a:pt x="0" y="1280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52944" y="2269969"/>
            <a:ext cx="128016" cy="128016"/>
          </a:xfrm>
          <a:custGeom>
            <a:avLst/>
            <a:gdLst/>
            <a:ahLst/>
            <a:cxnLst/>
            <a:rect r="r" b="b" t="t" l="l"/>
            <a:pathLst>
              <a:path h="128016" w="128016">
                <a:moveTo>
                  <a:pt x="0" y="0"/>
                </a:moveTo>
                <a:lnTo>
                  <a:pt x="128016" y="0"/>
                </a:lnTo>
                <a:lnTo>
                  <a:pt x="128016" y="128016"/>
                </a:lnTo>
                <a:lnTo>
                  <a:pt x="0" y="12801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214548" y="2268836"/>
            <a:ext cx="130302" cy="130302"/>
          </a:xfrm>
          <a:custGeom>
            <a:avLst/>
            <a:gdLst/>
            <a:ahLst/>
            <a:cxnLst/>
            <a:rect r="r" b="b" t="t" l="l"/>
            <a:pathLst>
              <a:path h="130302" w="130302">
                <a:moveTo>
                  <a:pt x="0" y="0"/>
                </a:moveTo>
                <a:lnTo>
                  <a:pt x="130302" y="0"/>
                </a:lnTo>
                <a:lnTo>
                  <a:pt x="130302" y="130302"/>
                </a:lnTo>
                <a:lnTo>
                  <a:pt x="0" y="13030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006656" y="2379059"/>
            <a:ext cx="20574" cy="203454"/>
          </a:xfrm>
          <a:custGeom>
            <a:avLst/>
            <a:gdLst/>
            <a:ahLst/>
            <a:cxnLst/>
            <a:rect r="r" b="b" t="t" l="l"/>
            <a:pathLst>
              <a:path h="203454" w="20574">
                <a:moveTo>
                  <a:pt x="0" y="0"/>
                </a:moveTo>
                <a:lnTo>
                  <a:pt x="20574" y="0"/>
                </a:lnTo>
                <a:lnTo>
                  <a:pt x="20574" y="203454"/>
                </a:lnTo>
                <a:lnTo>
                  <a:pt x="0" y="20345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06684" y="2557653"/>
            <a:ext cx="22860" cy="50292"/>
          </a:xfrm>
          <a:custGeom>
            <a:avLst/>
            <a:gdLst/>
            <a:ahLst/>
            <a:cxnLst/>
            <a:rect r="r" b="b" t="t" l="l"/>
            <a:pathLst>
              <a:path h="50292" w="22860">
                <a:moveTo>
                  <a:pt x="0" y="0"/>
                </a:moveTo>
                <a:lnTo>
                  <a:pt x="22860" y="0"/>
                </a:lnTo>
                <a:lnTo>
                  <a:pt x="22860" y="50292"/>
                </a:lnTo>
                <a:lnTo>
                  <a:pt x="0" y="5029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089466" y="2480948"/>
            <a:ext cx="125730" cy="22860"/>
          </a:xfrm>
          <a:custGeom>
            <a:avLst/>
            <a:gdLst/>
            <a:ahLst/>
            <a:cxnLst/>
            <a:rect r="r" b="b" t="t" l="l"/>
            <a:pathLst>
              <a:path h="22860" w="125730">
                <a:moveTo>
                  <a:pt x="0" y="0"/>
                </a:moveTo>
                <a:lnTo>
                  <a:pt x="125730" y="0"/>
                </a:lnTo>
                <a:lnTo>
                  <a:pt x="125730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61774" y="2572188"/>
            <a:ext cx="73152" cy="89154"/>
          </a:xfrm>
          <a:custGeom>
            <a:avLst/>
            <a:gdLst/>
            <a:ahLst/>
            <a:cxnLst/>
            <a:rect r="r" b="b" t="t" l="l"/>
            <a:pathLst>
              <a:path h="89154" w="73152">
                <a:moveTo>
                  <a:pt x="0" y="0"/>
                </a:moveTo>
                <a:lnTo>
                  <a:pt x="73152" y="0"/>
                </a:lnTo>
                <a:lnTo>
                  <a:pt x="73152" y="89154"/>
                </a:lnTo>
                <a:lnTo>
                  <a:pt x="0" y="89154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519760" y="2326453"/>
            <a:ext cx="54864" cy="68580"/>
          </a:xfrm>
          <a:custGeom>
            <a:avLst/>
            <a:gdLst/>
            <a:ahLst/>
            <a:cxnLst/>
            <a:rect r="r" b="b" t="t" l="l"/>
            <a:pathLst>
              <a:path h="68580" w="54864">
                <a:moveTo>
                  <a:pt x="0" y="0"/>
                </a:moveTo>
                <a:lnTo>
                  <a:pt x="54864" y="0"/>
                </a:lnTo>
                <a:lnTo>
                  <a:pt x="5486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490071" y="2572645"/>
            <a:ext cx="443484" cy="20574"/>
          </a:xfrm>
          <a:custGeom>
            <a:avLst/>
            <a:gdLst/>
            <a:ahLst/>
            <a:cxnLst/>
            <a:rect r="r" b="b" t="t" l="l"/>
            <a:pathLst>
              <a:path h="20574" w="443484">
                <a:moveTo>
                  <a:pt x="0" y="0"/>
                </a:moveTo>
                <a:lnTo>
                  <a:pt x="443484" y="0"/>
                </a:lnTo>
                <a:lnTo>
                  <a:pt x="44348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880977" y="2359657"/>
            <a:ext cx="20574" cy="233172"/>
          </a:xfrm>
          <a:custGeom>
            <a:avLst/>
            <a:gdLst/>
            <a:ahLst/>
            <a:cxnLst/>
            <a:rect r="r" b="b" t="t" l="l"/>
            <a:pathLst>
              <a:path h="233172" w="20574">
                <a:moveTo>
                  <a:pt x="0" y="0"/>
                </a:moveTo>
                <a:lnTo>
                  <a:pt x="20574" y="0"/>
                </a:lnTo>
                <a:lnTo>
                  <a:pt x="20574" y="233172"/>
                </a:lnTo>
                <a:lnTo>
                  <a:pt x="0" y="233172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595493" y="2406472"/>
            <a:ext cx="66294" cy="64008"/>
          </a:xfrm>
          <a:custGeom>
            <a:avLst/>
            <a:gdLst/>
            <a:ahLst/>
            <a:cxnLst/>
            <a:rect r="r" b="b" t="t" l="l"/>
            <a:pathLst>
              <a:path h="64008" w="66294">
                <a:moveTo>
                  <a:pt x="0" y="0"/>
                </a:moveTo>
                <a:lnTo>
                  <a:pt x="66294" y="0"/>
                </a:lnTo>
                <a:lnTo>
                  <a:pt x="66294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596122" y="2450983"/>
            <a:ext cx="64008" cy="64008"/>
          </a:xfrm>
          <a:custGeom>
            <a:avLst/>
            <a:gdLst/>
            <a:ahLst/>
            <a:cxnLst/>
            <a:rect r="r" b="b" t="t" l="l"/>
            <a:pathLst>
              <a:path h="64008" w="64008">
                <a:moveTo>
                  <a:pt x="0" y="0"/>
                </a:moveTo>
                <a:lnTo>
                  <a:pt x="64008" y="0"/>
                </a:lnTo>
                <a:lnTo>
                  <a:pt x="64008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63219" y="2406615"/>
            <a:ext cx="64008" cy="64008"/>
          </a:xfrm>
          <a:custGeom>
            <a:avLst/>
            <a:gdLst/>
            <a:ahLst/>
            <a:cxnLst/>
            <a:rect r="r" b="b" t="t" l="l"/>
            <a:pathLst>
              <a:path h="64008" w="64008">
                <a:moveTo>
                  <a:pt x="0" y="0"/>
                </a:moveTo>
                <a:lnTo>
                  <a:pt x="64008" y="0"/>
                </a:lnTo>
                <a:lnTo>
                  <a:pt x="64008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763952" y="2450535"/>
            <a:ext cx="64008" cy="64008"/>
          </a:xfrm>
          <a:custGeom>
            <a:avLst/>
            <a:gdLst/>
            <a:ahLst/>
            <a:cxnLst/>
            <a:rect r="r" b="b" t="t" l="l"/>
            <a:pathLst>
              <a:path h="64008" w="64008">
                <a:moveTo>
                  <a:pt x="0" y="0"/>
                </a:moveTo>
                <a:lnTo>
                  <a:pt x="64008" y="0"/>
                </a:lnTo>
                <a:lnTo>
                  <a:pt x="64008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536743" y="2640492"/>
            <a:ext cx="345186" cy="20574"/>
          </a:xfrm>
          <a:custGeom>
            <a:avLst/>
            <a:gdLst/>
            <a:ahLst/>
            <a:cxnLst/>
            <a:rect r="r" b="b" t="t" l="l"/>
            <a:pathLst>
              <a:path h="20574" w="345186">
                <a:moveTo>
                  <a:pt x="0" y="0"/>
                </a:moveTo>
                <a:lnTo>
                  <a:pt x="345186" y="0"/>
                </a:lnTo>
                <a:lnTo>
                  <a:pt x="34518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486165" y="2573684"/>
            <a:ext cx="70866" cy="86868"/>
          </a:xfrm>
          <a:custGeom>
            <a:avLst/>
            <a:gdLst/>
            <a:ahLst/>
            <a:cxnLst/>
            <a:rect r="r" b="b" t="t" l="l"/>
            <a:pathLst>
              <a:path h="86868" w="70866">
                <a:moveTo>
                  <a:pt x="0" y="0"/>
                </a:moveTo>
                <a:lnTo>
                  <a:pt x="70866" y="0"/>
                </a:lnTo>
                <a:lnTo>
                  <a:pt x="70866" y="86868"/>
                </a:lnTo>
                <a:lnTo>
                  <a:pt x="0" y="8686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841676" y="2325995"/>
            <a:ext cx="59436" cy="54864"/>
          </a:xfrm>
          <a:custGeom>
            <a:avLst/>
            <a:gdLst/>
            <a:ahLst/>
            <a:cxnLst/>
            <a:rect r="r" b="b" t="t" l="l"/>
            <a:pathLst>
              <a:path h="54864" w="59436">
                <a:moveTo>
                  <a:pt x="0" y="0"/>
                </a:moveTo>
                <a:lnTo>
                  <a:pt x="59436" y="0"/>
                </a:lnTo>
                <a:lnTo>
                  <a:pt x="59436" y="54864"/>
                </a:lnTo>
                <a:lnTo>
                  <a:pt x="0" y="54864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554603" y="2326634"/>
            <a:ext cx="306324" cy="20574"/>
          </a:xfrm>
          <a:custGeom>
            <a:avLst/>
            <a:gdLst/>
            <a:ahLst/>
            <a:cxnLst/>
            <a:rect r="r" b="b" t="t" l="l"/>
            <a:pathLst>
              <a:path h="20574" w="306324">
                <a:moveTo>
                  <a:pt x="0" y="0"/>
                </a:moveTo>
                <a:lnTo>
                  <a:pt x="306324" y="0"/>
                </a:lnTo>
                <a:lnTo>
                  <a:pt x="30632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519874" y="2374811"/>
            <a:ext cx="20574" cy="217170"/>
          </a:xfrm>
          <a:custGeom>
            <a:avLst/>
            <a:gdLst/>
            <a:ahLst/>
            <a:cxnLst/>
            <a:rect r="r" b="b" t="t" l="l"/>
            <a:pathLst>
              <a:path h="217170" w="20574">
                <a:moveTo>
                  <a:pt x="0" y="0"/>
                </a:moveTo>
                <a:lnTo>
                  <a:pt x="20574" y="0"/>
                </a:lnTo>
                <a:lnTo>
                  <a:pt x="20574" y="217170"/>
                </a:lnTo>
                <a:lnTo>
                  <a:pt x="0" y="217170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24721" y="4628540"/>
            <a:ext cx="59436" cy="48006"/>
          </a:xfrm>
          <a:custGeom>
            <a:avLst/>
            <a:gdLst/>
            <a:ahLst/>
            <a:cxnLst/>
            <a:rect r="r" b="b" t="t" l="l"/>
            <a:pathLst>
              <a:path h="48006" w="59436">
                <a:moveTo>
                  <a:pt x="0" y="0"/>
                </a:moveTo>
                <a:lnTo>
                  <a:pt x="59436" y="0"/>
                </a:lnTo>
                <a:lnTo>
                  <a:pt x="5943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322143" y="4619434"/>
            <a:ext cx="50292" cy="57150"/>
          </a:xfrm>
          <a:custGeom>
            <a:avLst/>
            <a:gdLst/>
            <a:ahLst/>
            <a:cxnLst/>
            <a:rect r="r" b="b" t="t" l="l"/>
            <a:pathLst>
              <a:path h="57150" w="50292">
                <a:moveTo>
                  <a:pt x="0" y="0"/>
                </a:moveTo>
                <a:lnTo>
                  <a:pt x="50292" y="0"/>
                </a:lnTo>
                <a:lnTo>
                  <a:pt x="50292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315427" y="4254132"/>
            <a:ext cx="57150" cy="50292"/>
          </a:xfrm>
          <a:custGeom>
            <a:avLst/>
            <a:gdLst/>
            <a:ahLst/>
            <a:cxnLst/>
            <a:rect r="r" b="b" t="t" l="l"/>
            <a:pathLst>
              <a:path h="50292" w="57150">
                <a:moveTo>
                  <a:pt x="0" y="0"/>
                </a:moveTo>
                <a:lnTo>
                  <a:pt x="57150" y="0"/>
                </a:lnTo>
                <a:lnTo>
                  <a:pt x="57150" y="50292"/>
                </a:lnTo>
                <a:lnTo>
                  <a:pt x="0" y="50292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924464" y="4357011"/>
            <a:ext cx="448056" cy="20574"/>
          </a:xfrm>
          <a:custGeom>
            <a:avLst/>
            <a:gdLst/>
            <a:ahLst/>
            <a:cxnLst/>
            <a:rect r="r" b="b" t="t" l="l"/>
            <a:pathLst>
              <a:path h="20574" w="448056">
                <a:moveTo>
                  <a:pt x="0" y="0"/>
                </a:moveTo>
                <a:lnTo>
                  <a:pt x="448056" y="0"/>
                </a:lnTo>
                <a:lnTo>
                  <a:pt x="44805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24064" y="4364336"/>
            <a:ext cx="20574" cy="283464"/>
          </a:xfrm>
          <a:custGeom>
            <a:avLst/>
            <a:gdLst/>
            <a:ahLst/>
            <a:cxnLst/>
            <a:rect r="r" b="b" t="t" l="l"/>
            <a:pathLst>
              <a:path h="283464" w="20574">
                <a:moveTo>
                  <a:pt x="0" y="0"/>
                </a:moveTo>
                <a:lnTo>
                  <a:pt x="20574" y="0"/>
                </a:lnTo>
                <a:lnTo>
                  <a:pt x="20574" y="283464"/>
                </a:lnTo>
                <a:lnTo>
                  <a:pt x="0" y="283464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967174" y="4294956"/>
            <a:ext cx="43434" cy="43434"/>
          </a:xfrm>
          <a:custGeom>
            <a:avLst/>
            <a:gdLst/>
            <a:ahLst/>
            <a:cxnLst/>
            <a:rect r="r" b="b" t="t" l="l"/>
            <a:pathLst>
              <a:path h="43434" w="43434">
                <a:moveTo>
                  <a:pt x="0" y="0"/>
                </a:moveTo>
                <a:lnTo>
                  <a:pt x="43434" y="0"/>
                </a:lnTo>
                <a:lnTo>
                  <a:pt x="43434" y="43434"/>
                </a:lnTo>
                <a:lnTo>
                  <a:pt x="0" y="43434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84719" y="4315568"/>
            <a:ext cx="22860" cy="20574"/>
          </a:xfrm>
          <a:custGeom>
            <a:avLst/>
            <a:gdLst/>
            <a:ahLst/>
            <a:cxnLst/>
            <a:rect r="r" b="b" t="t" l="l"/>
            <a:pathLst>
              <a:path h="20574" w="22860">
                <a:moveTo>
                  <a:pt x="0" y="0"/>
                </a:moveTo>
                <a:lnTo>
                  <a:pt x="22860" y="0"/>
                </a:lnTo>
                <a:lnTo>
                  <a:pt x="22860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018390" y="4295718"/>
            <a:ext cx="43434" cy="34290"/>
          </a:xfrm>
          <a:custGeom>
            <a:avLst/>
            <a:gdLst/>
            <a:ahLst/>
            <a:cxnLst/>
            <a:rect r="r" b="b" t="t" l="l"/>
            <a:pathLst>
              <a:path h="34290" w="43434">
                <a:moveTo>
                  <a:pt x="0" y="0"/>
                </a:moveTo>
                <a:lnTo>
                  <a:pt x="43434" y="0"/>
                </a:lnTo>
                <a:lnTo>
                  <a:pt x="43434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027953" y="4306719"/>
            <a:ext cx="34290" cy="32004"/>
          </a:xfrm>
          <a:custGeom>
            <a:avLst/>
            <a:gdLst/>
            <a:ahLst/>
            <a:cxnLst/>
            <a:rect r="r" b="b" t="t" l="l"/>
            <a:pathLst>
              <a:path h="32004" w="34290">
                <a:moveTo>
                  <a:pt x="0" y="0"/>
                </a:moveTo>
                <a:lnTo>
                  <a:pt x="34290" y="0"/>
                </a:lnTo>
                <a:lnTo>
                  <a:pt x="34290" y="32004"/>
                </a:lnTo>
                <a:lnTo>
                  <a:pt x="0" y="32004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017581" y="4309796"/>
            <a:ext cx="29718" cy="29718"/>
          </a:xfrm>
          <a:custGeom>
            <a:avLst/>
            <a:gdLst/>
            <a:ahLst/>
            <a:cxnLst/>
            <a:rect r="r" b="b" t="t" l="l"/>
            <a:pathLst>
              <a:path h="29718" w="29718">
                <a:moveTo>
                  <a:pt x="0" y="0"/>
                </a:moveTo>
                <a:lnTo>
                  <a:pt x="29718" y="0"/>
                </a:lnTo>
                <a:lnTo>
                  <a:pt x="29718" y="29718"/>
                </a:lnTo>
                <a:lnTo>
                  <a:pt x="0" y="29718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069301" y="4294937"/>
            <a:ext cx="43434" cy="43434"/>
          </a:xfrm>
          <a:custGeom>
            <a:avLst/>
            <a:gdLst/>
            <a:ahLst/>
            <a:cxnLst/>
            <a:rect r="r" b="b" t="t" l="l"/>
            <a:pathLst>
              <a:path h="43434" w="43434">
                <a:moveTo>
                  <a:pt x="0" y="0"/>
                </a:moveTo>
                <a:lnTo>
                  <a:pt x="43434" y="0"/>
                </a:lnTo>
                <a:lnTo>
                  <a:pt x="43434" y="43434"/>
                </a:lnTo>
                <a:lnTo>
                  <a:pt x="0" y="43434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069444" y="4308129"/>
            <a:ext cx="20574" cy="22860"/>
          </a:xfrm>
          <a:custGeom>
            <a:avLst/>
            <a:gdLst/>
            <a:ahLst/>
            <a:cxnLst/>
            <a:rect r="r" b="b" t="t" l="l"/>
            <a:pathLst>
              <a:path h="22860" w="20574">
                <a:moveTo>
                  <a:pt x="0" y="0"/>
                </a:moveTo>
                <a:lnTo>
                  <a:pt x="20574" y="0"/>
                </a:lnTo>
                <a:lnTo>
                  <a:pt x="20574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964584" y="4656734"/>
            <a:ext cx="377190" cy="20574"/>
          </a:xfrm>
          <a:custGeom>
            <a:avLst/>
            <a:gdLst/>
            <a:ahLst/>
            <a:cxnLst/>
            <a:rect r="r" b="b" t="t" l="l"/>
            <a:pathLst>
              <a:path h="20574" w="377190">
                <a:moveTo>
                  <a:pt x="0" y="0"/>
                </a:moveTo>
                <a:lnTo>
                  <a:pt x="377190" y="0"/>
                </a:lnTo>
                <a:lnTo>
                  <a:pt x="377190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6352403" y="4284621"/>
            <a:ext cx="20574" cy="354330"/>
          </a:xfrm>
          <a:custGeom>
            <a:avLst/>
            <a:gdLst/>
            <a:ahLst/>
            <a:cxnLst/>
            <a:rect r="r" b="b" t="t" l="l"/>
            <a:pathLst>
              <a:path h="354330" w="20574">
                <a:moveTo>
                  <a:pt x="0" y="0"/>
                </a:moveTo>
                <a:lnTo>
                  <a:pt x="20574" y="0"/>
                </a:lnTo>
                <a:lnTo>
                  <a:pt x="20574" y="354330"/>
                </a:lnTo>
                <a:lnTo>
                  <a:pt x="0" y="354330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953287" y="4253703"/>
            <a:ext cx="381762" cy="20574"/>
          </a:xfrm>
          <a:custGeom>
            <a:avLst/>
            <a:gdLst/>
            <a:ahLst/>
            <a:cxnLst/>
            <a:rect r="r" b="b" t="t" l="l"/>
            <a:pathLst>
              <a:path h="20574" w="381762">
                <a:moveTo>
                  <a:pt x="0" y="0"/>
                </a:moveTo>
                <a:lnTo>
                  <a:pt x="381762" y="0"/>
                </a:lnTo>
                <a:lnTo>
                  <a:pt x="381762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5924540" y="4253770"/>
            <a:ext cx="48006" cy="54864"/>
          </a:xfrm>
          <a:custGeom>
            <a:avLst/>
            <a:gdLst/>
            <a:ahLst/>
            <a:cxnLst/>
            <a:rect r="r" b="b" t="t" l="l"/>
            <a:pathLst>
              <a:path h="54864" w="48006">
                <a:moveTo>
                  <a:pt x="0" y="0"/>
                </a:moveTo>
                <a:lnTo>
                  <a:pt x="48006" y="0"/>
                </a:lnTo>
                <a:lnTo>
                  <a:pt x="48006" y="54864"/>
                </a:lnTo>
                <a:lnTo>
                  <a:pt x="0" y="54864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5924017" y="4288374"/>
            <a:ext cx="20574" cy="96012"/>
          </a:xfrm>
          <a:custGeom>
            <a:avLst/>
            <a:gdLst/>
            <a:ahLst/>
            <a:cxnLst/>
            <a:rect r="r" b="b" t="t" l="l"/>
            <a:pathLst>
              <a:path h="96012" w="20574">
                <a:moveTo>
                  <a:pt x="0" y="0"/>
                </a:moveTo>
                <a:lnTo>
                  <a:pt x="20574" y="0"/>
                </a:lnTo>
                <a:lnTo>
                  <a:pt x="20574" y="96012"/>
                </a:lnTo>
                <a:lnTo>
                  <a:pt x="0" y="96012"/>
                </a:lnTo>
                <a:lnTo>
                  <a:pt x="0" y="0"/>
                </a:lnTo>
                <a:close/>
              </a:path>
            </a:pathLst>
          </a:custGeom>
          <a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8486184" y="4619711"/>
            <a:ext cx="80010" cy="61722"/>
          </a:xfrm>
          <a:custGeom>
            <a:avLst/>
            <a:gdLst/>
            <a:ahLst/>
            <a:cxnLst/>
            <a:rect r="r" b="b" t="t" l="l"/>
            <a:pathLst>
              <a:path h="61722" w="80010">
                <a:moveTo>
                  <a:pt x="0" y="0"/>
                </a:moveTo>
                <a:lnTo>
                  <a:pt x="80010" y="0"/>
                </a:lnTo>
                <a:lnTo>
                  <a:pt x="80010" y="61722"/>
                </a:lnTo>
                <a:lnTo>
                  <a:pt x="0" y="61722"/>
                </a:lnTo>
                <a:lnTo>
                  <a:pt x="0" y="0"/>
                </a:lnTo>
                <a:close/>
              </a:path>
            </a:pathLst>
          </a:custGeom>
          <a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874890" y="4609890"/>
            <a:ext cx="59436" cy="70866"/>
          </a:xfrm>
          <a:custGeom>
            <a:avLst/>
            <a:gdLst/>
            <a:ahLst/>
            <a:cxnLst/>
            <a:rect r="r" b="b" t="t" l="l"/>
            <a:pathLst>
              <a:path h="70866" w="59436">
                <a:moveTo>
                  <a:pt x="0" y="0"/>
                </a:moveTo>
                <a:lnTo>
                  <a:pt x="59436" y="0"/>
                </a:lnTo>
                <a:lnTo>
                  <a:pt x="59436" y="70866"/>
                </a:lnTo>
                <a:lnTo>
                  <a:pt x="0" y="70866"/>
                </a:lnTo>
                <a:lnTo>
                  <a:pt x="0" y="0"/>
                </a:lnTo>
                <a:close/>
              </a:path>
            </a:pathLst>
          </a:custGeom>
          <a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8863898" y="4249007"/>
            <a:ext cx="70866" cy="61722"/>
          </a:xfrm>
          <a:custGeom>
            <a:avLst/>
            <a:gdLst/>
            <a:ahLst/>
            <a:cxnLst/>
            <a:rect r="r" b="b" t="t" l="l"/>
            <a:pathLst>
              <a:path h="61722" w="70866">
                <a:moveTo>
                  <a:pt x="0" y="0"/>
                </a:moveTo>
                <a:lnTo>
                  <a:pt x="70866" y="0"/>
                </a:lnTo>
                <a:lnTo>
                  <a:pt x="70866" y="61722"/>
                </a:lnTo>
                <a:lnTo>
                  <a:pt x="0" y="61722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8543820" y="4406617"/>
            <a:ext cx="73152" cy="59436"/>
          </a:xfrm>
          <a:custGeom>
            <a:avLst/>
            <a:gdLst/>
            <a:ahLst/>
            <a:cxnLst/>
            <a:rect r="r" b="b" t="t" l="l"/>
            <a:pathLst>
              <a:path h="59436" w="73152">
                <a:moveTo>
                  <a:pt x="0" y="0"/>
                </a:moveTo>
                <a:lnTo>
                  <a:pt x="73152" y="0"/>
                </a:lnTo>
                <a:lnTo>
                  <a:pt x="73152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 r:embed="rId99"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650434" y="4562065"/>
            <a:ext cx="75438" cy="61722"/>
          </a:xfrm>
          <a:custGeom>
            <a:avLst/>
            <a:gdLst/>
            <a:ahLst/>
            <a:cxnLst/>
            <a:rect r="r" b="b" t="t" l="l"/>
            <a:pathLst>
              <a:path h="61722" w="75438">
                <a:moveTo>
                  <a:pt x="0" y="0"/>
                </a:moveTo>
                <a:lnTo>
                  <a:pt x="75438" y="0"/>
                </a:lnTo>
                <a:lnTo>
                  <a:pt x="75438" y="61722"/>
                </a:lnTo>
                <a:lnTo>
                  <a:pt x="0" y="61722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562784" y="4598680"/>
            <a:ext cx="43434" cy="25146"/>
          </a:xfrm>
          <a:custGeom>
            <a:avLst/>
            <a:gdLst/>
            <a:ahLst/>
            <a:cxnLst/>
            <a:rect r="r" b="b" t="t" l="l"/>
            <a:pathLst>
              <a:path h="25146" w="43434">
                <a:moveTo>
                  <a:pt x="0" y="0"/>
                </a:moveTo>
                <a:lnTo>
                  <a:pt x="43434" y="0"/>
                </a:lnTo>
                <a:lnTo>
                  <a:pt x="43434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 r:embed="rId103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8486727" y="4349344"/>
            <a:ext cx="448056" cy="20574"/>
          </a:xfrm>
          <a:custGeom>
            <a:avLst/>
            <a:gdLst/>
            <a:ahLst/>
            <a:cxnLst/>
            <a:rect r="r" b="b" t="t" l="l"/>
            <a:pathLst>
              <a:path h="20574" w="448056">
                <a:moveTo>
                  <a:pt x="0" y="0"/>
                </a:moveTo>
                <a:lnTo>
                  <a:pt x="448056" y="0"/>
                </a:lnTo>
                <a:lnTo>
                  <a:pt x="448056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05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486318" y="4354459"/>
            <a:ext cx="20574" cy="285750"/>
          </a:xfrm>
          <a:custGeom>
            <a:avLst/>
            <a:gdLst/>
            <a:ahLst/>
            <a:cxnLst/>
            <a:rect r="r" b="b" t="t" l="l"/>
            <a:pathLst>
              <a:path h="285750" w="20574">
                <a:moveTo>
                  <a:pt x="0" y="0"/>
                </a:moveTo>
                <a:lnTo>
                  <a:pt x="20574" y="0"/>
                </a:lnTo>
                <a:lnTo>
                  <a:pt x="20574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7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545992" y="4299623"/>
            <a:ext cx="29718" cy="20574"/>
          </a:xfrm>
          <a:custGeom>
            <a:avLst/>
            <a:gdLst/>
            <a:ahLst/>
            <a:cxnLst/>
            <a:rect r="r" b="b" t="t" l="l"/>
            <a:pathLst>
              <a:path h="20574" w="29718">
                <a:moveTo>
                  <a:pt x="0" y="0"/>
                </a:moveTo>
                <a:lnTo>
                  <a:pt x="29718" y="0"/>
                </a:lnTo>
                <a:lnTo>
                  <a:pt x="29718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597179" y="4299509"/>
            <a:ext cx="27432" cy="20574"/>
          </a:xfrm>
          <a:custGeom>
            <a:avLst/>
            <a:gdLst/>
            <a:ahLst/>
            <a:cxnLst/>
            <a:rect r="r" b="b" t="t" l="l"/>
            <a:pathLst>
              <a:path h="20574" w="27432">
                <a:moveTo>
                  <a:pt x="0" y="0"/>
                </a:moveTo>
                <a:lnTo>
                  <a:pt x="27432" y="0"/>
                </a:lnTo>
                <a:lnTo>
                  <a:pt x="27432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644728" y="4299604"/>
            <a:ext cx="29718" cy="20574"/>
          </a:xfrm>
          <a:custGeom>
            <a:avLst/>
            <a:gdLst/>
            <a:ahLst/>
            <a:cxnLst/>
            <a:rect r="r" b="b" t="t" l="l"/>
            <a:pathLst>
              <a:path h="20574" w="29718">
                <a:moveTo>
                  <a:pt x="0" y="0"/>
                </a:moveTo>
                <a:lnTo>
                  <a:pt x="29718" y="0"/>
                </a:lnTo>
                <a:lnTo>
                  <a:pt x="29718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8543734" y="4559598"/>
            <a:ext cx="36576" cy="57150"/>
          </a:xfrm>
          <a:custGeom>
            <a:avLst/>
            <a:gdLst/>
            <a:ahLst/>
            <a:cxnLst/>
            <a:rect r="r" b="b" t="t" l="l"/>
            <a:pathLst>
              <a:path h="57150" w="36576">
                <a:moveTo>
                  <a:pt x="0" y="0"/>
                </a:moveTo>
                <a:lnTo>
                  <a:pt x="36576" y="0"/>
                </a:lnTo>
                <a:lnTo>
                  <a:pt x="36576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8559889" y="4597384"/>
            <a:ext cx="22860" cy="20574"/>
          </a:xfrm>
          <a:custGeom>
            <a:avLst/>
            <a:gdLst/>
            <a:ahLst/>
            <a:cxnLst/>
            <a:rect r="r" b="b" t="t" l="l"/>
            <a:pathLst>
              <a:path h="20574" w="22860">
                <a:moveTo>
                  <a:pt x="0" y="0"/>
                </a:moveTo>
                <a:lnTo>
                  <a:pt x="22860" y="0"/>
                </a:lnTo>
                <a:lnTo>
                  <a:pt x="22860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17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752322" y="4406646"/>
            <a:ext cx="123444" cy="20574"/>
          </a:xfrm>
          <a:custGeom>
            <a:avLst/>
            <a:gdLst/>
            <a:ahLst/>
            <a:cxnLst/>
            <a:rect r="r" b="b" t="t" l="l"/>
            <a:pathLst>
              <a:path h="20574" w="123444">
                <a:moveTo>
                  <a:pt x="0" y="0"/>
                </a:moveTo>
                <a:lnTo>
                  <a:pt x="123444" y="0"/>
                </a:lnTo>
                <a:lnTo>
                  <a:pt x="12344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750865" y="4509945"/>
            <a:ext cx="125730" cy="20574"/>
          </a:xfrm>
          <a:custGeom>
            <a:avLst/>
            <a:gdLst/>
            <a:ahLst/>
            <a:cxnLst/>
            <a:rect r="r" b="b" t="t" l="l"/>
            <a:pathLst>
              <a:path h="20574" w="125730">
                <a:moveTo>
                  <a:pt x="0" y="0"/>
                </a:moveTo>
                <a:lnTo>
                  <a:pt x="125730" y="0"/>
                </a:lnTo>
                <a:lnTo>
                  <a:pt x="125730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8752008" y="4603937"/>
            <a:ext cx="123444" cy="20574"/>
          </a:xfrm>
          <a:custGeom>
            <a:avLst/>
            <a:gdLst/>
            <a:ahLst/>
            <a:cxnLst/>
            <a:rect r="r" b="b" t="t" l="l"/>
            <a:pathLst>
              <a:path h="20574" w="123444">
                <a:moveTo>
                  <a:pt x="0" y="0"/>
                </a:moveTo>
                <a:lnTo>
                  <a:pt x="123444" y="0"/>
                </a:lnTo>
                <a:lnTo>
                  <a:pt x="12344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8545220" y="4660983"/>
            <a:ext cx="349758" cy="20574"/>
          </a:xfrm>
          <a:custGeom>
            <a:avLst/>
            <a:gdLst/>
            <a:ahLst/>
            <a:cxnLst/>
            <a:rect r="r" b="b" t="t" l="l"/>
            <a:pathLst>
              <a:path h="20574" w="349758">
                <a:moveTo>
                  <a:pt x="0" y="0"/>
                </a:moveTo>
                <a:lnTo>
                  <a:pt x="349758" y="0"/>
                </a:lnTo>
                <a:lnTo>
                  <a:pt x="349758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8914562" y="4290746"/>
            <a:ext cx="20574" cy="338328"/>
          </a:xfrm>
          <a:custGeom>
            <a:avLst/>
            <a:gdLst/>
            <a:ahLst/>
            <a:cxnLst/>
            <a:rect r="r" b="b" t="t" l="l"/>
            <a:pathLst>
              <a:path h="338328" w="20574">
                <a:moveTo>
                  <a:pt x="0" y="0"/>
                </a:moveTo>
                <a:lnTo>
                  <a:pt x="20574" y="0"/>
                </a:lnTo>
                <a:lnTo>
                  <a:pt x="20574" y="338328"/>
                </a:lnTo>
                <a:lnTo>
                  <a:pt x="0" y="338328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8524342" y="4249283"/>
            <a:ext cx="358902" cy="20574"/>
          </a:xfrm>
          <a:custGeom>
            <a:avLst/>
            <a:gdLst/>
            <a:ahLst/>
            <a:cxnLst/>
            <a:rect r="r" b="b" t="t" l="l"/>
            <a:pathLst>
              <a:path h="20574" w="358902">
                <a:moveTo>
                  <a:pt x="0" y="0"/>
                </a:moveTo>
                <a:lnTo>
                  <a:pt x="358902" y="0"/>
                </a:lnTo>
                <a:lnTo>
                  <a:pt x="358902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29"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8486499" y="4250055"/>
            <a:ext cx="57150" cy="66294"/>
          </a:xfrm>
          <a:custGeom>
            <a:avLst/>
            <a:gdLst/>
            <a:ahLst/>
            <a:cxnLst/>
            <a:rect r="r" b="b" t="t" l="l"/>
            <a:pathLst>
              <a:path h="66294" w="57150">
                <a:moveTo>
                  <a:pt x="0" y="0"/>
                </a:moveTo>
                <a:lnTo>
                  <a:pt x="57150" y="0"/>
                </a:lnTo>
                <a:lnTo>
                  <a:pt x="57150" y="66294"/>
                </a:lnTo>
                <a:lnTo>
                  <a:pt x="0" y="66294"/>
                </a:lnTo>
                <a:lnTo>
                  <a:pt x="0" y="0"/>
                </a:lnTo>
                <a:close/>
              </a:path>
            </a:pathLst>
          </a:custGeom>
          <a:blipFill>
            <a:blip r:embed="rId131">
              <a:extLst>
                <a:ext uri="{96DAC541-7B7A-43D3-8B79-37D633B846F1}">
                  <asvg:svgBlip xmlns:asvg="http://schemas.microsoft.com/office/drawing/2016/SVG/main" r:embed="rId1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8486308" y="4297070"/>
            <a:ext cx="20574" cy="77724"/>
          </a:xfrm>
          <a:custGeom>
            <a:avLst/>
            <a:gdLst/>
            <a:ahLst/>
            <a:cxnLst/>
            <a:rect r="r" b="b" t="t" l="l"/>
            <a:pathLst>
              <a:path h="77724" w="20574">
                <a:moveTo>
                  <a:pt x="0" y="0"/>
                </a:moveTo>
                <a:lnTo>
                  <a:pt x="20574" y="0"/>
                </a:lnTo>
                <a:lnTo>
                  <a:pt x="20574" y="77724"/>
                </a:lnTo>
                <a:lnTo>
                  <a:pt x="0" y="77724"/>
                </a:lnTo>
                <a:lnTo>
                  <a:pt x="0" y="0"/>
                </a:lnTo>
                <a:close/>
              </a:path>
            </a:pathLst>
          </a:custGeom>
          <a:blipFill>
            <a:blip r:embed="rId133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8543639" y="4445079"/>
            <a:ext cx="20574" cy="134874"/>
          </a:xfrm>
          <a:custGeom>
            <a:avLst/>
            <a:gdLst/>
            <a:ahLst/>
            <a:cxnLst/>
            <a:rect r="r" b="b" t="t" l="l"/>
            <a:pathLst>
              <a:path h="134874" w="20574">
                <a:moveTo>
                  <a:pt x="0" y="0"/>
                </a:moveTo>
                <a:lnTo>
                  <a:pt x="20574" y="0"/>
                </a:lnTo>
                <a:lnTo>
                  <a:pt x="20574" y="134874"/>
                </a:lnTo>
                <a:lnTo>
                  <a:pt x="0" y="134874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8597170" y="4406751"/>
            <a:ext cx="89154" cy="20574"/>
          </a:xfrm>
          <a:custGeom>
            <a:avLst/>
            <a:gdLst/>
            <a:ahLst/>
            <a:cxnLst/>
            <a:rect r="r" b="b" t="t" l="l"/>
            <a:pathLst>
              <a:path h="20574" w="89154">
                <a:moveTo>
                  <a:pt x="0" y="0"/>
                </a:moveTo>
                <a:lnTo>
                  <a:pt x="89154" y="0"/>
                </a:lnTo>
                <a:lnTo>
                  <a:pt x="89154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8666455" y="4406360"/>
            <a:ext cx="59436" cy="68580"/>
          </a:xfrm>
          <a:custGeom>
            <a:avLst/>
            <a:gdLst/>
            <a:ahLst/>
            <a:cxnLst/>
            <a:rect r="r" b="b" t="t" l="l"/>
            <a:pathLst>
              <a:path h="68580" w="59436">
                <a:moveTo>
                  <a:pt x="0" y="0"/>
                </a:moveTo>
                <a:lnTo>
                  <a:pt x="59436" y="0"/>
                </a:lnTo>
                <a:lnTo>
                  <a:pt x="5943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8705345" y="4454119"/>
            <a:ext cx="20574" cy="128016"/>
          </a:xfrm>
          <a:custGeom>
            <a:avLst/>
            <a:gdLst/>
            <a:ahLst/>
            <a:cxnLst/>
            <a:rect r="r" b="b" t="t" l="l"/>
            <a:pathLst>
              <a:path h="128016" w="20574">
                <a:moveTo>
                  <a:pt x="0" y="0"/>
                </a:moveTo>
                <a:lnTo>
                  <a:pt x="20574" y="0"/>
                </a:lnTo>
                <a:lnTo>
                  <a:pt x="20574" y="128016"/>
                </a:lnTo>
                <a:lnTo>
                  <a:pt x="0" y="128016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8586397" y="4603852"/>
            <a:ext cx="84582" cy="20574"/>
          </a:xfrm>
          <a:custGeom>
            <a:avLst/>
            <a:gdLst/>
            <a:ahLst/>
            <a:cxnLst/>
            <a:rect r="r" b="b" t="t" l="l"/>
            <a:pathLst>
              <a:path h="20574" w="84582">
                <a:moveTo>
                  <a:pt x="0" y="0"/>
                </a:moveTo>
                <a:lnTo>
                  <a:pt x="84582" y="0"/>
                </a:lnTo>
                <a:lnTo>
                  <a:pt x="84582" y="20574"/>
                </a:lnTo>
                <a:lnTo>
                  <a:pt x="0" y="20574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599313" y="2279256"/>
            <a:ext cx="77724" cy="1362456"/>
            <a:chOff x="0" y="0"/>
            <a:chExt cx="103632" cy="18166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3632" cy="1816608"/>
            </a:xfrm>
            <a:custGeom>
              <a:avLst/>
              <a:gdLst/>
              <a:ahLst/>
              <a:cxnLst/>
              <a:rect r="r" b="b" t="t" l="l"/>
              <a:pathLst>
                <a:path h="1816608" w="103632">
                  <a:moveTo>
                    <a:pt x="0" y="0"/>
                  </a:moveTo>
                  <a:lnTo>
                    <a:pt x="103632" y="0"/>
                  </a:lnTo>
                  <a:lnTo>
                    <a:pt x="103632" y="1816608"/>
                  </a:lnTo>
                  <a:lnTo>
                    <a:pt x="0" y="181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5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142488" y="2279256"/>
            <a:ext cx="77724" cy="1362456"/>
            <a:chOff x="0" y="0"/>
            <a:chExt cx="103632" cy="18166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3632" cy="1816608"/>
            </a:xfrm>
            <a:custGeom>
              <a:avLst/>
              <a:gdLst/>
              <a:ahLst/>
              <a:cxnLst/>
              <a:rect r="r" b="b" t="t" l="l"/>
              <a:pathLst>
                <a:path h="1816608" w="103632">
                  <a:moveTo>
                    <a:pt x="0" y="0"/>
                  </a:moveTo>
                  <a:lnTo>
                    <a:pt x="103632" y="0"/>
                  </a:lnTo>
                  <a:lnTo>
                    <a:pt x="103632" y="1816608"/>
                  </a:lnTo>
                  <a:lnTo>
                    <a:pt x="0" y="181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6"/>
              <a:stretch>
                <a:fillRect l="0" t="0" r="0" b="0"/>
              </a:stretch>
            </a:blip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599313" y="3812972"/>
            <a:ext cx="77724" cy="1371600"/>
          </a:xfrm>
          <a:custGeom>
            <a:avLst/>
            <a:gdLst/>
            <a:ahLst/>
            <a:cxnLst/>
            <a:rect r="r" b="b" t="t" l="l"/>
            <a:pathLst>
              <a:path h="1371600" w="77724">
                <a:moveTo>
                  <a:pt x="0" y="0"/>
                </a:moveTo>
                <a:lnTo>
                  <a:pt x="77724" y="0"/>
                </a:lnTo>
                <a:lnTo>
                  <a:pt x="77724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3142488" y="3812972"/>
            <a:ext cx="77724" cy="1371600"/>
          </a:xfrm>
          <a:custGeom>
            <a:avLst/>
            <a:gdLst/>
            <a:ahLst/>
            <a:cxnLst/>
            <a:rect r="r" b="b" t="t" l="l"/>
            <a:pathLst>
              <a:path h="1371600" w="77724">
                <a:moveTo>
                  <a:pt x="0" y="0"/>
                </a:moveTo>
                <a:lnTo>
                  <a:pt x="77724" y="0"/>
                </a:lnTo>
                <a:lnTo>
                  <a:pt x="77724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147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599313" y="5355069"/>
            <a:ext cx="77724" cy="1097280"/>
          </a:xfrm>
          <a:custGeom>
            <a:avLst/>
            <a:gdLst/>
            <a:ahLst/>
            <a:cxnLst/>
            <a:rect r="r" b="b" t="t" l="l"/>
            <a:pathLst>
              <a:path h="1097280" w="77724">
                <a:moveTo>
                  <a:pt x="0" y="0"/>
                </a:moveTo>
                <a:lnTo>
                  <a:pt x="77724" y="0"/>
                </a:lnTo>
                <a:lnTo>
                  <a:pt x="77724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600075" y="787898"/>
            <a:ext cx="9465783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Technologies &amp; Development Environment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66775" y="5515127"/>
            <a:ext cx="1617974" cy="7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Tailwind CSS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Utility-based styling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66775" y="3972077"/>
            <a:ext cx="1944119" cy="7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JavaScript ES6+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Interactive functionality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00075" y="1781327"/>
            <a:ext cx="2566787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Frontend Technologies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66775" y="2438552"/>
            <a:ext cx="1617793" cy="7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HTML5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Web page structure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405340" y="2409977"/>
            <a:ext cx="1893237" cy="104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CSS3</a:t>
            </a:r>
          </a:p>
          <a:p>
            <a:pPr algn="l">
              <a:lnSpc>
                <a:spcPts val="2100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Styling and responsive layouts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405340" y="3933977"/>
            <a:ext cx="1847583" cy="106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React.js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Component-based frontend development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933627" y="2848127"/>
            <a:ext cx="1645796" cy="106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Git &amp; GitHub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Version control and collaboration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933627" y="1781327"/>
            <a:ext cx="1930232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Supporting Tools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5933627" y="4857902"/>
            <a:ext cx="1976790" cy="7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Chrome DevTools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Debugging and testing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493623" y="4819802"/>
            <a:ext cx="1809131" cy="106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Understanding UI/UX designs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8493623" y="2886227"/>
            <a:ext cx="2204161" cy="7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Visual Studio Code</a:t>
            </a:r>
          </a:p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Development environment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531457"/>
            <a:ext cx="11420475" cy="6429375"/>
            <a:chOff x="0" y="0"/>
            <a:chExt cx="152273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5" r="-41" b="-9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3503" y="463191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0075" y="1149696"/>
            <a:ext cx="6837778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Website Development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7538" y="4579925"/>
            <a:ext cx="894340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Design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8507" y="4885401"/>
            <a:ext cx="1492882" cy="5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Understandi 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5073" y="4723133"/>
            <a:ext cx="1496739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Component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68631" y="5019789"/>
            <a:ext cx="1049636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4388" y="4723133"/>
            <a:ext cx="1114758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Styling &amp;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62737" y="5019789"/>
            <a:ext cx="800786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Layout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93966" y="4866351"/>
            <a:ext cx="883901" cy="31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7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Testing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50020" y="4465291"/>
            <a:ext cx="1397460" cy="57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Debugging &amp;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4514" y="5048364"/>
            <a:ext cx="1519638" cy="57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1812" spc="27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Improvemen 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6048537"/>
            <a:ext cx="10145373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Each phase built upon the previous, ensuring a structured and maintainable codebase from design handoff to final delivery.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531457"/>
            <a:ext cx="11420475" cy="6429375"/>
            <a:chOff x="0" y="0"/>
            <a:chExt cx="152273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5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463191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207250" y="63500"/>
              <a:ext cx="4286250" cy="6438900"/>
            </a:xfrm>
            <a:custGeom>
              <a:avLst/>
              <a:gdLst/>
              <a:ahLst/>
              <a:cxnLst/>
              <a:rect r="r" b="b" t="t" l="l"/>
              <a:pathLst>
                <a:path h="643890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643890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29475" y="1002944"/>
            <a:ext cx="4114800" cy="5486400"/>
            <a:chOff x="0" y="0"/>
            <a:chExt cx="5486400" cy="731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701" y="7315200"/>
                    <a:pt x="28575" y="7315200"/>
                  </a:cubicBezTo>
                  <a:lnTo>
                    <a:pt x="5457825" y="7315200"/>
                  </a:lnTo>
                  <a:cubicBezTo>
                    <a:pt x="5465699" y="7315200"/>
                    <a:pt x="5472430" y="7312406"/>
                    <a:pt x="5478018" y="7306818"/>
                  </a:cubicBezTo>
                  <a:cubicBezTo>
                    <a:pt x="5483606" y="7301230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8650" y="2946044"/>
            <a:ext cx="57150" cy="57150"/>
            <a:chOff x="0" y="0"/>
            <a:chExt cx="57150" cy="57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28650" y="3279419"/>
            <a:ext cx="57150" cy="57150"/>
            <a:chOff x="0" y="0"/>
            <a:chExt cx="57150" cy="57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28650" y="3889019"/>
            <a:ext cx="57150" cy="57150"/>
            <a:chOff x="0" y="0"/>
            <a:chExt cx="57150" cy="57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28650" y="4222394"/>
            <a:ext cx="57150" cy="57150"/>
            <a:chOff x="0" y="0"/>
            <a:chExt cx="57150" cy="57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8650" y="4555769"/>
            <a:ext cx="57150" cy="57150"/>
            <a:chOff x="0" y="0"/>
            <a:chExt cx="57150" cy="571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28650" y="4889144"/>
            <a:ext cx="57150" cy="57150"/>
            <a:chOff x="0" y="0"/>
            <a:chExt cx="57150" cy="571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8650" y="5232044"/>
            <a:ext cx="57150" cy="57150"/>
            <a:chOff x="0" y="0"/>
            <a:chExt cx="57150" cy="57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8650" y="5832119"/>
            <a:ext cx="57150" cy="57150"/>
            <a:chOff x="0" y="0"/>
            <a:chExt cx="57150" cy="57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E0D6D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67125" y="1955444"/>
            <a:ext cx="3009900" cy="4371975"/>
            <a:chOff x="0" y="0"/>
            <a:chExt cx="3009900" cy="43719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127" y="0"/>
              <a:ext cx="3010154" cy="4372102"/>
            </a:xfrm>
            <a:custGeom>
              <a:avLst/>
              <a:gdLst/>
              <a:ahLst/>
              <a:cxnLst/>
              <a:rect r="r" b="b" t="t" l="l"/>
              <a:pathLst>
                <a:path h="4372102" w="3010154">
                  <a:moveTo>
                    <a:pt x="127" y="435051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350" y="6223"/>
                  </a:cubicBezTo>
                  <a:cubicBezTo>
                    <a:pt x="8255" y="4191"/>
                    <a:pt x="10668" y="2667"/>
                    <a:pt x="13335" y="1651"/>
                  </a:cubicBezTo>
                  <a:cubicBezTo>
                    <a:pt x="16002" y="635"/>
                    <a:pt x="18669" y="0"/>
                    <a:pt x="21590" y="0"/>
                  </a:cubicBezTo>
                  <a:lnTo>
                    <a:pt x="2988564" y="0"/>
                  </a:lnTo>
                  <a:cubicBezTo>
                    <a:pt x="2991358" y="0"/>
                    <a:pt x="2994152" y="508"/>
                    <a:pt x="2996819" y="1651"/>
                  </a:cubicBezTo>
                  <a:cubicBezTo>
                    <a:pt x="2999486" y="2794"/>
                    <a:pt x="3001772" y="4318"/>
                    <a:pt x="3003804" y="6350"/>
                  </a:cubicBezTo>
                  <a:cubicBezTo>
                    <a:pt x="3005836" y="8382"/>
                    <a:pt x="3007360" y="10668"/>
                    <a:pt x="3008503" y="13335"/>
                  </a:cubicBezTo>
                  <a:cubicBezTo>
                    <a:pt x="3009646" y="16002"/>
                    <a:pt x="3010154" y="18669"/>
                    <a:pt x="3010154" y="21590"/>
                  </a:cubicBezTo>
                  <a:lnTo>
                    <a:pt x="3010154" y="4350512"/>
                  </a:lnTo>
                  <a:cubicBezTo>
                    <a:pt x="3010154" y="4353306"/>
                    <a:pt x="3009646" y="4356100"/>
                    <a:pt x="3008503" y="4358767"/>
                  </a:cubicBezTo>
                  <a:cubicBezTo>
                    <a:pt x="3007360" y="4361434"/>
                    <a:pt x="3005836" y="4363720"/>
                    <a:pt x="3003804" y="4365752"/>
                  </a:cubicBezTo>
                  <a:cubicBezTo>
                    <a:pt x="3001772" y="4367784"/>
                    <a:pt x="2999486" y="4369308"/>
                    <a:pt x="2996819" y="4370451"/>
                  </a:cubicBezTo>
                  <a:cubicBezTo>
                    <a:pt x="2994152" y="4371594"/>
                    <a:pt x="2991485" y="4372102"/>
                    <a:pt x="2988564" y="4372102"/>
                  </a:cubicBezTo>
                  <a:lnTo>
                    <a:pt x="21590" y="4372102"/>
                  </a:lnTo>
                  <a:cubicBezTo>
                    <a:pt x="18796" y="4372102"/>
                    <a:pt x="16002" y="4371594"/>
                    <a:pt x="13335" y="4370451"/>
                  </a:cubicBezTo>
                  <a:cubicBezTo>
                    <a:pt x="10668" y="4369308"/>
                    <a:pt x="8382" y="4367784"/>
                    <a:pt x="6350" y="4365752"/>
                  </a:cubicBezTo>
                  <a:cubicBezTo>
                    <a:pt x="4318" y="4363720"/>
                    <a:pt x="2794" y="4361434"/>
                    <a:pt x="1651" y="4358767"/>
                  </a:cubicBezTo>
                  <a:cubicBezTo>
                    <a:pt x="508" y="4356100"/>
                    <a:pt x="0" y="4353433"/>
                    <a:pt x="0" y="4350512"/>
                  </a:cubicBezTo>
                  <a:close/>
                </a:path>
              </a:pathLst>
            </a:custGeom>
            <a:solidFill>
              <a:srgbClr val="97B8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00075" y="1102071"/>
            <a:ext cx="5921854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Key Features Implemented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0075" y="2124075"/>
            <a:ext cx="1665399" cy="52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687" spc="25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Major Website Components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38575" y="2057400"/>
            <a:ext cx="2750020" cy="188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 spc="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UI/UX Improvements</a:t>
            </a:r>
          </a:p>
          <a:p>
            <a:pPr algn="l">
              <a:lnSpc>
                <a:spcPts val="2160"/>
              </a:lnSpc>
            </a:pPr>
            <a:r>
              <a:rPr lang="en-US" b="true" sz="1350">
                <a:solidFill>
                  <a:srgbClr val="000000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implementation focused on maintaining visual consistency while ensuring that the website remained simple, accessible, and easy to navigate.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4214" y="2800512"/>
            <a:ext cx="2490607" cy="347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Responsive navigation/header Structured landing page sections</a:t>
            </a:r>
          </a:p>
          <a:p>
            <a:pPr algn="l">
              <a:lnSpc>
                <a:spcPts val="2636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Responsive content grids Call-to-action buttons Reusable React components Mobile-friendly layouts Consistent typography and spacing</a:t>
            </a:r>
          </a:p>
          <a:p>
            <a:pPr algn="l">
              <a:lnSpc>
                <a:spcPts val="2636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Optimized images and web assets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4762"/>
            <a:ext cx="11420475" cy="7477125"/>
            <a:chOff x="0" y="0"/>
            <a:chExt cx="15227300" cy="9969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9969500"/>
            </a:xfrm>
            <a:custGeom>
              <a:avLst/>
              <a:gdLst/>
              <a:ahLst/>
              <a:cxnLst/>
              <a:rect r="r" b="b" t="t" l="l"/>
              <a:pathLst>
                <a:path h="99695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9969500"/>
                  </a:lnTo>
                  <a:lnTo>
                    <a:pt x="0" y="996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83" r="-41" b="-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-63503"/>
            <a:ext cx="11556997" cy="7613647"/>
            <a:chOff x="0" y="0"/>
            <a:chExt cx="11557000" cy="7613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486650"/>
            </a:xfrm>
            <a:custGeom>
              <a:avLst/>
              <a:gdLst/>
              <a:ahLst/>
              <a:cxnLst/>
              <a:rect r="r" b="b" t="t" l="l"/>
              <a:pathLst>
                <a:path h="748665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7486650"/>
                  </a:lnTo>
                  <a:lnTo>
                    <a:pt x="0" y="7486650"/>
                  </a:ln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63448" y="1415923"/>
              <a:ext cx="5029454" cy="1257554"/>
            </a:xfrm>
            <a:custGeom>
              <a:avLst/>
              <a:gdLst/>
              <a:ahLst/>
              <a:cxnLst/>
              <a:rect r="r" b="b" t="t" l="l"/>
              <a:pathLst>
                <a:path h="1257554" w="5029454">
                  <a:moveTo>
                    <a:pt x="127" y="12359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235964"/>
                  </a:lnTo>
                  <a:cubicBezTo>
                    <a:pt x="5029454" y="1238758"/>
                    <a:pt x="5028946" y="1241552"/>
                    <a:pt x="5027803" y="1244219"/>
                  </a:cubicBezTo>
                  <a:cubicBezTo>
                    <a:pt x="5026660" y="1246886"/>
                    <a:pt x="5025136" y="1249172"/>
                    <a:pt x="5023104" y="1251204"/>
                  </a:cubicBezTo>
                  <a:cubicBezTo>
                    <a:pt x="5021072" y="1253236"/>
                    <a:pt x="5018786" y="1254760"/>
                    <a:pt x="5016119" y="1255903"/>
                  </a:cubicBezTo>
                  <a:cubicBezTo>
                    <a:pt x="5013452" y="1257046"/>
                    <a:pt x="5010785" y="1257554"/>
                    <a:pt x="5007864" y="1257554"/>
                  </a:cubicBezTo>
                  <a:lnTo>
                    <a:pt x="21590" y="1257554"/>
                  </a:lnTo>
                  <a:cubicBezTo>
                    <a:pt x="18796" y="1257554"/>
                    <a:pt x="16002" y="1257046"/>
                    <a:pt x="13335" y="1255903"/>
                  </a:cubicBezTo>
                  <a:cubicBezTo>
                    <a:pt x="10668" y="1254760"/>
                    <a:pt x="8382" y="1253236"/>
                    <a:pt x="6350" y="1251204"/>
                  </a:cubicBezTo>
                  <a:cubicBezTo>
                    <a:pt x="4318" y="1249172"/>
                    <a:pt x="2794" y="1246886"/>
                    <a:pt x="1651" y="1244219"/>
                  </a:cubicBezTo>
                  <a:cubicBezTo>
                    <a:pt x="508" y="1241552"/>
                    <a:pt x="0" y="1238885"/>
                    <a:pt x="0" y="12359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864098" y="1415923"/>
              <a:ext cx="5029454" cy="1257554"/>
            </a:xfrm>
            <a:custGeom>
              <a:avLst/>
              <a:gdLst/>
              <a:ahLst/>
              <a:cxnLst/>
              <a:rect r="r" b="b" t="t" l="l"/>
              <a:pathLst>
                <a:path h="1257554" w="5029454">
                  <a:moveTo>
                    <a:pt x="127" y="1235964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235964"/>
                  </a:lnTo>
                  <a:cubicBezTo>
                    <a:pt x="5029454" y="1238758"/>
                    <a:pt x="5028946" y="1241552"/>
                    <a:pt x="5027803" y="1244219"/>
                  </a:cubicBezTo>
                  <a:cubicBezTo>
                    <a:pt x="5026660" y="1246886"/>
                    <a:pt x="5025136" y="1249172"/>
                    <a:pt x="5023104" y="1251204"/>
                  </a:cubicBezTo>
                  <a:cubicBezTo>
                    <a:pt x="5021072" y="1253236"/>
                    <a:pt x="5018786" y="1254760"/>
                    <a:pt x="5016119" y="1255903"/>
                  </a:cubicBezTo>
                  <a:cubicBezTo>
                    <a:pt x="5013452" y="1257046"/>
                    <a:pt x="5010785" y="1257554"/>
                    <a:pt x="5007864" y="1257554"/>
                  </a:cubicBezTo>
                  <a:lnTo>
                    <a:pt x="21590" y="1257554"/>
                  </a:lnTo>
                  <a:cubicBezTo>
                    <a:pt x="18796" y="1257554"/>
                    <a:pt x="16002" y="1257046"/>
                    <a:pt x="13335" y="1255903"/>
                  </a:cubicBezTo>
                  <a:cubicBezTo>
                    <a:pt x="10668" y="1254760"/>
                    <a:pt x="8382" y="1253236"/>
                    <a:pt x="6350" y="1251204"/>
                  </a:cubicBezTo>
                  <a:cubicBezTo>
                    <a:pt x="4318" y="1249172"/>
                    <a:pt x="2794" y="1246886"/>
                    <a:pt x="1651" y="1244219"/>
                  </a:cubicBezTo>
                  <a:cubicBezTo>
                    <a:pt x="508" y="1241552"/>
                    <a:pt x="0" y="1238885"/>
                    <a:pt x="0" y="1235964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3448" y="2844673"/>
              <a:ext cx="5029454" cy="1267206"/>
            </a:xfrm>
            <a:custGeom>
              <a:avLst/>
              <a:gdLst/>
              <a:ahLst/>
              <a:cxnLst/>
              <a:rect r="r" b="b" t="t" l="l"/>
              <a:pathLst>
                <a:path h="1267206" w="5029454">
                  <a:moveTo>
                    <a:pt x="127" y="1245489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245616"/>
                  </a:lnTo>
                  <a:cubicBezTo>
                    <a:pt x="5029454" y="1248410"/>
                    <a:pt x="5028946" y="1251204"/>
                    <a:pt x="5027803" y="1253871"/>
                  </a:cubicBezTo>
                  <a:cubicBezTo>
                    <a:pt x="5026660" y="1256538"/>
                    <a:pt x="5025136" y="1258824"/>
                    <a:pt x="5023104" y="1260856"/>
                  </a:cubicBezTo>
                  <a:cubicBezTo>
                    <a:pt x="5021072" y="1262888"/>
                    <a:pt x="5018786" y="1264412"/>
                    <a:pt x="5016119" y="1265555"/>
                  </a:cubicBezTo>
                  <a:cubicBezTo>
                    <a:pt x="5013452" y="1266698"/>
                    <a:pt x="5010785" y="1267206"/>
                    <a:pt x="5007864" y="1267206"/>
                  </a:cubicBezTo>
                  <a:lnTo>
                    <a:pt x="21590" y="1267206"/>
                  </a:lnTo>
                  <a:cubicBezTo>
                    <a:pt x="18796" y="1267206"/>
                    <a:pt x="16002" y="1266698"/>
                    <a:pt x="13335" y="1265555"/>
                  </a:cubicBezTo>
                  <a:cubicBezTo>
                    <a:pt x="10668" y="1264412"/>
                    <a:pt x="8382" y="1262888"/>
                    <a:pt x="6350" y="1260856"/>
                  </a:cubicBezTo>
                  <a:cubicBezTo>
                    <a:pt x="4318" y="1258824"/>
                    <a:pt x="2794" y="1256538"/>
                    <a:pt x="1651" y="1253871"/>
                  </a:cubicBezTo>
                  <a:cubicBezTo>
                    <a:pt x="508" y="1251204"/>
                    <a:pt x="0" y="1248537"/>
                    <a:pt x="0" y="1245616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864098" y="2844673"/>
              <a:ext cx="5029454" cy="1267206"/>
            </a:xfrm>
            <a:custGeom>
              <a:avLst/>
              <a:gdLst/>
              <a:ahLst/>
              <a:cxnLst/>
              <a:rect r="r" b="b" t="t" l="l"/>
              <a:pathLst>
                <a:path h="1267206" w="5029454">
                  <a:moveTo>
                    <a:pt x="127" y="1245489"/>
                  </a:moveTo>
                  <a:lnTo>
                    <a:pt x="127" y="21590"/>
                  </a:lnTo>
                  <a:cubicBezTo>
                    <a:pt x="127" y="18796"/>
                    <a:pt x="635" y="16002"/>
                    <a:pt x="1778" y="13335"/>
                  </a:cubicBezTo>
                  <a:cubicBezTo>
                    <a:pt x="2921" y="10668"/>
                    <a:pt x="4445" y="8382"/>
                    <a:pt x="6477" y="6350"/>
                  </a:cubicBezTo>
                  <a:cubicBezTo>
                    <a:pt x="8509" y="4318"/>
                    <a:pt x="10795" y="2794"/>
                    <a:pt x="13462" y="1651"/>
                  </a:cubicBezTo>
                  <a:cubicBezTo>
                    <a:pt x="16129" y="508"/>
                    <a:pt x="18796" y="0"/>
                    <a:pt x="21717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245616"/>
                  </a:lnTo>
                  <a:cubicBezTo>
                    <a:pt x="5029454" y="1248410"/>
                    <a:pt x="5028946" y="1251204"/>
                    <a:pt x="5027803" y="1253871"/>
                  </a:cubicBezTo>
                  <a:cubicBezTo>
                    <a:pt x="5026660" y="1256538"/>
                    <a:pt x="5025136" y="1258824"/>
                    <a:pt x="5023104" y="1260856"/>
                  </a:cubicBezTo>
                  <a:cubicBezTo>
                    <a:pt x="5021072" y="1262888"/>
                    <a:pt x="5018786" y="1264412"/>
                    <a:pt x="5016119" y="1265555"/>
                  </a:cubicBezTo>
                  <a:cubicBezTo>
                    <a:pt x="5013452" y="1266698"/>
                    <a:pt x="5010785" y="1267206"/>
                    <a:pt x="5007864" y="1267206"/>
                  </a:cubicBezTo>
                  <a:lnTo>
                    <a:pt x="21590" y="1267206"/>
                  </a:lnTo>
                  <a:cubicBezTo>
                    <a:pt x="18796" y="1267206"/>
                    <a:pt x="16002" y="1266698"/>
                    <a:pt x="13335" y="1265555"/>
                  </a:cubicBezTo>
                  <a:cubicBezTo>
                    <a:pt x="10668" y="1264412"/>
                    <a:pt x="8382" y="1262888"/>
                    <a:pt x="6350" y="1260856"/>
                  </a:cubicBezTo>
                  <a:cubicBezTo>
                    <a:pt x="4318" y="1258824"/>
                    <a:pt x="2794" y="1256538"/>
                    <a:pt x="1651" y="1253871"/>
                  </a:cubicBezTo>
                  <a:cubicBezTo>
                    <a:pt x="508" y="1251204"/>
                    <a:pt x="0" y="1248537"/>
                    <a:pt x="0" y="1245616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3100" y="4311777"/>
              <a:ext cx="5010023" cy="1285748"/>
            </a:xfrm>
            <a:custGeom>
              <a:avLst/>
              <a:gdLst/>
              <a:ahLst/>
              <a:cxnLst/>
              <a:rect r="r" b="b" t="t" l="l"/>
              <a:pathLst>
                <a:path h="1285748" w="5010023">
                  <a:moveTo>
                    <a:pt x="0" y="127381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1273937"/>
                  </a:lnTo>
                  <a:cubicBezTo>
                    <a:pt x="5010023" y="1277239"/>
                    <a:pt x="5008880" y="1280033"/>
                    <a:pt x="5006594" y="1282319"/>
                  </a:cubicBezTo>
                  <a:cubicBezTo>
                    <a:pt x="5004308" y="1284605"/>
                    <a:pt x="5001514" y="1285748"/>
                    <a:pt x="4998212" y="1285748"/>
                  </a:cubicBezTo>
                  <a:lnTo>
                    <a:pt x="11938" y="1285748"/>
                  </a:lnTo>
                  <a:cubicBezTo>
                    <a:pt x="8636" y="1285748"/>
                    <a:pt x="5842" y="1284605"/>
                    <a:pt x="3556" y="1282319"/>
                  </a:cubicBezTo>
                  <a:cubicBezTo>
                    <a:pt x="1270" y="1280033"/>
                    <a:pt x="127" y="1277239"/>
                    <a:pt x="127" y="1273937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3575" y="4302252"/>
              <a:ext cx="5029073" cy="1304798"/>
            </a:xfrm>
            <a:custGeom>
              <a:avLst/>
              <a:gdLst/>
              <a:ahLst/>
              <a:cxnLst/>
              <a:rect r="r" b="b" t="t" l="l"/>
              <a:pathLst>
                <a:path h="1304798" w="5029073">
                  <a:moveTo>
                    <a:pt x="0" y="1283335"/>
                  </a:moveTo>
                  <a:lnTo>
                    <a:pt x="0" y="21336"/>
                  </a:lnTo>
                  <a:lnTo>
                    <a:pt x="9525" y="21336"/>
                  </a:lnTo>
                  <a:lnTo>
                    <a:pt x="0" y="21336"/>
                  </a:lnTo>
                  <a:cubicBezTo>
                    <a:pt x="0" y="15494"/>
                    <a:pt x="2159" y="10287"/>
                    <a:pt x="6223" y="6223"/>
                  </a:cubicBezTo>
                  <a:cubicBezTo>
                    <a:pt x="10287" y="2159"/>
                    <a:pt x="15621" y="0"/>
                    <a:pt x="21336" y="0"/>
                  </a:cubicBezTo>
                  <a:lnTo>
                    <a:pt x="21336" y="9525"/>
                  </a:lnTo>
                  <a:lnTo>
                    <a:pt x="21336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1283462"/>
                  </a:lnTo>
                  <a:cubicBezTo>
                    <a:pt x="5029073" y="1289304"/>
                    <a:pt x="5026914" y="1294511"/>
                    <a:pt x="5022850" y="1298575"/>
                  </a:cubicBezTo>
                  <a:cubicBezTo>
                    <a:pt x="5018786" y="1302639"/>
                    <a:pt x="5013452" y="1304798"/>
                    <a:pt x="5007737" y="1304798"/>
                  </a:cubicBezTo>
                  <a:lnTo>
                    <a:pt x="21463" y="1304798"/>
                  </a:lnTo>
                  <a:cubicBezTo>
                    <a:pt x="15621" y="1304798"/>
                    <a:pt x="10414" y="1302639"/>
                    <a:pt x="6350" y="1298575"/>
                  </a:cubicBezTo>
                  <a:lnTo>
                    <a:pt x="13081" y="1291844"/>
                  </a:lnTo>
                  <a:lnTo>
                    <a:pt x="6350" y="1298575"/>
                  </a:lnTo>
                  <a:cubicBezTo>
                    <a:pt x="2286" y="1294511"/>
                    <a:pt x="127" y="1289177"/>
                    <a:pt x="127" y="1283462"/>
                  </a:cubicBezTo>
                  <a:lnTo>
                    <a:pt x="9652" y="1283462"/>
                  </a:lnTo>
                  <a:lnTo>
                    <a:pt x="127" y="1283462"/>
                  </a:lnTo>
                  <a:moveTo>
                    <a:pt x="19177" y="1283462"/>
                  </a:moveTo>
                  <a:cubicBezTo>
                    <a:pt x="19177" y="1284224"/>
                    <a:pt x="19304" y="1284605"/>
                    <a:pt x="19812" y="1285113"/>
                  </a:cubicBezTo>
                  <a:cubicBezTo>
                    <a:pt x="20320" y="1285621"/>
                    <a:pt x="20701" y="1285748"/>
                    <a:pt x="21463" y="1285748"/>
                  </a:cubicBezTo>
                  <a:lnTo>
                    <a:pt x="21463" y="1295273"/>
                  </a:lnTo>
                  <a:lnTo>
                    <a:pt x="21463" y="1285748"/>
                  </a:lnTo>
                  <a:lnTo>
                    <a:pt x="5007737" y="1285748"/>
                  </a:lnTo>
                  <a:lnTo>
                    <a:pt x="5007737" y="1295273"/>
                  </a:lnTo>
                  <a:lnTo>
                    <a:pt x="5007737" y="1285748"/>
                  </a:lnTo>
                  <a:cubicBezTo>
                    <a:pt x="5008499" y="1285748"/>
                    <a:pt x="5008880" y="1285621"/>
                    <a:pt x="5009388" y="1285113"/>
                  </a:cubicBezTo>
                  <a:lnTo>
                    <a:pt x="5016119" y="1291844"/>
                  </a:lnTo>
                  <a:lnTo>
                    <a:pt x="5009388" y="1285113"/>
                  </a:lnTo>
                  <a:cubicBezTo>
                    <a:pt x="5009896" y="1284605"/>
                    <a:pt x="5010023" y="1284224"/>
                    <a:pt x="5010023" y="1283462"/>
                  </a:cubicBezTo>
                  <a:lnTo>
                    <a:pt x="5019548" y="1283462"/>
                  </a:lnTo>
                  <a:lnTo>
                    <a:pt x="5010023" y="1283462"/>
                  </a:lnTo>
                  <a:lnTo>
                    <a:pt x="5010023" y="21336"/>
                  </a:lnTo>
                  <a:lnTo>
                    <a:pt x="5019548" y="21336"/>
                  </a:lnTo>
                  <a:lnTo>
                    <a:pt x="5010023" y="21336"/>
                  </a:lnTo>
                  <a:cubicBezTo>
                    <a:pt x="5010023" y="20574"/>
                    <a:pt x="5009896" y="20193"/>
                    <a:pt x="5009388" y="19685"/>
                  </a:cubicBezTo>
                  <a:lnTo>
                    <a:pt x="5016119" y="12954"/>
                  </a:lnTo>
                  <a:lnTo>
                    <a:pt x="5009388" y="19685"/>
                  </a:lnTo>
                  <a:cubicBezTo>
                    <a:pt x="5008880" y="19177"/>
                    <a:pt x="5008499" y="19050"/>
                    <a:pt x="5007737" y="19050"/>
                  </a:cubicBezTo>
                  <a:lnTo>
                    <a:pt x="21463" y="19050"/>
                  </a:lnTo>
                  <a:cubicBezTo>
                    <a:pt x="20701" y="19050"/>
                    <a:pt x="20320" y="19177"/>
                    <a:pt x="19812" y="19685"/>
                  </a:cubicBezTo>
                  <a:lnTo>
                    <a:pt x="13081" y="12954"/>
                  </a:lnTo>
                  <a:lnTo>
                    <a:pt x="19812" y="19685"/>
                  </a:lnTo>
                  <a:cubicBezTo>
                    <a:pt x="19304" y="20193"/>
                    <a:pt x="19177" y="20574"/>
                    <a:pt x="19177" y="21336"/>
                  </a:cubicBezTo>
                  <a:lnTo>
                    <a:pt x="19177" y="1283462"/>
                  </a:lnTo>
                  <a:close/>
                </a:path>
              </a:pathLst>
            </a:custGeom>
            <a:solidFill>
              <a:srgbClr val="3F3F4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873750" y="4311777"/>
              <a:ext cx="5010023" cy="1285748"/>
            </a:xfrm>
            <a:custGeom>
              <a:avLst/>
              <a:gdLst/>
              <a:ahLst/>
              <a:cxnLst/>
              <a:rect r="r" b="b" t="t" l="l"/>
              <a:pathLst>
                <a:path h="1285748" w="5010023">
                  <a:moveTo>
                    <a:pt x="0" y="127381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1273937"/>
                  </a:lnTo>
                  <a:cubicBezTo>
                    <a:pt x="5010023" y="1277239"/>
                    <a:pt x="5008880" y="1280033"/>
                    <a:pt x="5006594" y="1282319"/>
                  </a:cubicBezTo>
                  <a:cubicBezTo>
                    <a:pt x="5004308" y="1284605"/>
                    <a:pt x="5001514" y="1285748"/>
                    <a:pt x="4998212" y="1285748"/>
                  </a:cubicBezTo>
                  <a:lnTo>
                    <a:pt x="11938" y="1285748"/>
                  </a:lnTo>
                  <a:cubicBezTo>
                    <a:pt x="8636" y="1285748"/>
                    <a:pt x="5842" y="1284605"/>
                    <a:pt x="3556" y="1282319"/>
                  </a:cubicBezTo>
                  <a:cubicBezTo>
                    <a:pt x="1270" y="1280033"/>
                    <a:pt x="127" y="1277239"/>
                    <a:pt x="127" y="1273937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864225" y="4302252"/>
              <a:ext cx="5029073" cy="1304798"/>
            </a:xfrm>
            <a:custGeom>
              <a:avLst/>
              <a:gdLst/>
              <a:ahLst/>
              <a:cxnLst/>
              <a:rect r="r" b="b" t="t" l="l"/>
              <a:pathLst>
                <a:path h="1304798" w="5029073">
                  <a:moveTo>
                    <a:pt x="0" y="1283335"/>
                  </a:moveTo>
                  <a:lnTo>
                    <a:pt x="0" y="21336"/>
                  </a:lnTo>
                  <a:lnTo>
                    <a:pt x="9525" y="21336"/>
                  </a:lnTo>
                  <a:lnTo>
                    <a:pt x="0" y="21336"/>
                  </a:lnTo>
                  <a:cubicBezTo>
                    <a:pt x="0" y="15494"/>
                    <a:pt x="2159" y="10287"/>
                    <a:pt x="6223" y="6223"/>
                  </a:cubicBezTo>
                  <a:cubicBezTo>
                    <a:pt x="10287" y="2159"/>
                    <a:pt x="15621" y="0"/>
                    <a:pt x="21336" y="0"/>
                  </a:cubicBezTo>
                  <a:lnTo>
                    <a:pt x="21336" y="9525"/>
                  </a:lnTo>
                  <a:lnTo>
                    <a:pt x="21336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1283462"/>
                  </a:lnTo>
                  <a:cubicBezTo>
                    <a:pt x="5029073" y="1289304"/>
                    <a:pt x="5026914" y="1294511"/>
                    <a:pt x="5022850" y="1298575"/>
                  </a:cubicBezTo>
                  <a:lnTo>
                    <a:pt x="5016119" y="1291844"/>
                  </a:lnTo>
                  <a:lnTo>
                    <a:pt x="5022850" y="1298575"/>
                  </a:lnTo>
                  <a:cubicBezTo>
                    <a:pt x="5018786" y="1302639"/>
                    <a:pt x="5013452" y="1304798"/>
                    <a:pt x="5007737" y="1304798"/>
                  </a:cubicBezTo>
                  <a:lnTo>
                    <a:pt x="21463" y="1304798"/>
                  </a:lnTo>
                  <a:cubicBezTo>
                    <a:pt x="15621" y="1304798"/>
                    <a:pt x="10414" y="1302639"/>
                    <a:pt x="6350" y="1298575"/>
                  </a:cubicBezTo>
                  <a:cubicBezTo>
                    <a:pt x="2286" y="1294511"/>
                    <a:pt x="127" y="1289177"/>
                    <a:pt x="127" y="1283462"/>
                  </a:cubicBezTo>
                  <a:lnTo>
                    <a:pt x="9652" y="1283462"/>
                  </a:lnTo>
                  <a:lnTo>
                    <a:pt x="127" y="1283462"/>
                  </a:lnTo>
                  <a:moveTo>
                    <a:pt x="19177" y="1283462"/>
                  </a:moveTo>
                  <a:cubicBezTo>
                    <a:pt x="19177" y="1284224"/>
                    <a:pt x="19304" y="1284605"/>
                    <a:pt x="19812" y="1285113"/>
                  </a:cubicBezTo>
                  <a:lnTo>
                    <a:pt x="13081" y="1291844"/>
                  </a:lnTo>
                  <a:lnTo>
                    <a:pt x="19812" y="1285113"/>
                  </a:lnTo>
                  <a:cubicBezTo>
                    <a:pt x="20320" y="1285621"/>
                    <a:pt x="20701" y="1285748"/>
                    <a:pt x="21463" y="1285748"/>
                  </a:cubicBezTo>
                  <a:lnTo>
                    <a:pt x="21463" y="1295273"/>
                  </a:lnTo>
                  <a:lnTo>
                    <a:pt x="21463" y="1285748"/>
                  </a:lnTo>
                  <a:lnTo>
                    <a:pt x="5007737" y="1285748"/>
                  </a:lnTo>
                  <a:lnTo>
                    <a:pt x="5007737" y="1295273"/>
                  </a:lnTo>
                  <a:lnTo>
                    <a:pt x="5007737" y="1285748"/>
                  </a:lnTo>
                  <a:cubicBezTo>
                    <a:pt x="5008499" y="1285748"/>
                    <a:pt x="5008880" y="1285621"/>
                    <a:pt x="5009388" y="1285113"/>
                  </a:cubicBezTo>
                  <a:cubicBezTo>
                    <a:pt x="5009896" y="1284605"/>
                    <a:pt x="5010150" y="1284224"/>
                    <a:pt x="5010150" y="1283462"/>
                  </a:cubicBezTo>
                  <a:lnTo>
                    <a:pt x="5019675" y="1283462"/>
                  </a:lnTo>
                  <a:lnTo>
                    <a:pt x="5010150" y="1283462"/>
                  </a:lnTo>
                  <a:lnTo>
                    <a:pt x="5010150" y="21336"/>
                  </a:lnTo>
                  <a:lnTo>
                    <a:pt x="5019675" y="21336"/>
                  </a:lnTo>
                  <a:lnTo>
                    <a:pt x="5010150" y="21336"/>
                  </a:lnTo>
                  <a:cubicBezTo>
                    <a:pt x="5010150" y="20574"/>
                    <a:pt x="5010023" y="20193"/>
                    <a:pt x="5009388" y="19685"/>
                  </a:cubicBezTo>
                  <a:lnTo>
                    <a:pt x="5016119" y="12954"/>
                  </a:lnTo>
                  <a:lnTo>
                    <a:pt x="5009388" y="19685"/>
                  </a:lnTo>
                  <a:cubicBezTo>
                    <a:pt x="5008880" y="19177"/>
                    <a:pt x="5008499" y="19050"/>
                    <a:pt x="5007737" y="19050"/>
                  </a:cubicBezTo>
                  <a:lnTo>
                    <a:pt x="21463" y="19050"/>
                  </a:lnTo>
                  <a:cubicBezTo>
                    <a:pt x="20701" y="19050"/>
                    <a:pt x="20320" y="19177"/>
                    <a:pt x="19812" y="19685"/>
                  </a:cubicBezTo>
                  <a:lnTo>
                    <a:pt x="13081" y="12954"/>
                  </a:lnTo>
                  <a:lnTo>
                    <a:pt x="19812" y="19685"/>
                  </a:lnTo>
                  <a:cubicBezTo>
                    <a:pt x="19304" y="20193"/>
                    <a:pt x="19177" y="20574"/>
                    <a:pt x="19177" y="21336"/>
                  </a:cubicBezTo>
                  <a:lnTo>
                    <a:pt x="19177" y="1283462"/>
                  </a:lnTo>
                  <a:close/>
                </a:path>
              </a:pathLst>
            </a:custGeom>
            <a:solidFill>
              <a:srgbClr val="3F3F4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73100" y="5788152"/>
              <a:ext cx="5010023" cy="1276096"/>
            </a:xfrm>
            <a:custGeom>
              <a:avLst/>
              <a:gdLst/>
              <a:ahLst/>
              <a:cxnLst/>
              <a:rect r="r" b="b" t="t" l="l"/>
              <a:pathLst>
                <a:path h="1276096" w="5010023">
                  <a:moveTo>
                    <a:pt x="0" y="1264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1264285"/>
                  </a:lnTo>
                  <a:cubicBezTo>
                    <a:pt x="5010023" y="1267587"/>
                    <a:pt x="5008880" y="1270381"/>
                    <a:pt x="5006594" y="1272667"/>
                  </a:cubicBezTo>
                  <a:cubicBezTo>
                    <a:pt x="5004308" y="1274953"/>
                    <a:pt x="5001514" y="1276096"/>
                    <a:pt x="4998212" y="1276096"/>
                  </a:cubicBezTo>
                  <a:lnTo>
                    <a:pt x="11938" y="1276096"/>
                  </a:lnTo>
                  <a:cubicBezTo>
                    <a:pt x="8636" y="1276096"/>
                    <a:pt x="5842" y="1274953"/>
                    <a:pt x="3556" y="1272667"/>
                  </a:cubicBezTo>
                  <a:cubicBezTo>
                    <a:pt x="1270" y="1270381"/>
                    <a:pt x="127" y="1267587"/>
                    <a:pt x="127" y="126428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3575" y="5778500"/>
              <a:ext cx="5029073" cy="1295146"/>
            </a:xfrm>
            <a:custGeom>
              <a:avLst/>
              <a:gdLst/>
              <a:ahLst/>
              <a:cxnLst/>
              <a:rect r="r" b="b" t="t" l="l"/>
              <a:pathLst>
                <a:path h="1295146" w="5029073">
                  <a:moveTo>
                    <a:pt x="0" y="1273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287" y="2286"/>
                    <a:pt x="15621" y="127"/>
                    <a:pt x="21336" y="127"/>
                  </a:cubicBezTo>
                  <a:lnTo>
                    <a:pt x="21336" y="9652"/>
                  </a:lnTo>
                  <a:lnTo>
                    <a:pt x="21336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1273810"/>
                  </a:lnTo>
                  <a:cubicBezTo>
                    <a:pt x="5029073" y="1279652"/>
                    <a:pt x="5026914" y="1284859"/>
                    <a:pt x="5022850" y="1288923"/>
                  </a:cubicBezTo>
                  <a:cubicBezTo>
                    <a:pt x="5018786" y="1292987"/>
                    <a:pt x="5013452" y="1295146"/>
                    <a:pt x="5007737" y="1295146"/>
                  </a:cubicBezTo>
                  <a:lnTo>
                    <a:pt x="21463" y="1295146"/>
                  </a:lnTo>
                  <a:cubicBezTo>
                    <a:pt x="15621" y="1295146"/>
                    <a:pt x="10414" y="1292987"/>
                    <a:pt x="6350" y="1288923"/>
                  </a:cubicBezTo>
                  <a:lnTo>
                    <a:pt x="13081" y="1282192"/>
                  </a:lnTo>
                  <a:lnTo>
                    <a:pt x="6350" y="1288923"/>
                  </a:lnTo>
                  <a:cubicBezTo>
                    <a:pt x="2286" y="1284859"/>
                    <a:pt x="127" y="1279525"/>
                    <a:pt x="127" y="1273810"/>
                  </a:cubicBezTo>
                  <a:lnTo>
                    <a:pt x="9652" y="1273810"/>
                  </a:lnTo>
                  <a:lnTo>
                    <a:pt x="127" y="1273810"/>
                  </a:lnTo>
                  <a:moveTo>
                    <a:pt x="19177" y="1273810"/>
                  </a:moveTo>
                  <a:cubicBezTo>
                    <a:pt x="19177" y="1274572"/>
                    <a:pt x="19304" y="1274953"/>
                    <a:pt x="19812" y="1275461"/>
                  </a:cubicBezTo>
                  <a:cubicBezTo>
                    <a:pt x="20320" y="1275969"/>
                    <a:pt x="20701" y="1276096"/>
                    <a:pt x="21463" y="1276096"/>
                  </a:cubicBezTo>
                  <a:lnTo>
                    <a:pt x="21463" y="1285621"/>
                  </a:lnTo>
                  <a:lnTo>
                    <a:pt x="21463" y="1276096"/>
                  </a:lnTo>
                  <a:lnTo>
                    <a:pt x="5007737" y="1276096"/>
                  </a:lnTo>
                  <a:lnTo>
                    <a:pt x="5007737" y="1285621"/>
                  </a:lnTo>
                  <a:lnTo>
                    <a:pt x="5007737" y="1276096"/>
                  </a:lnTo>
                  <a:cubicBezTo>
                    <a:pt x="5008499" y="1276096"/>
                    <a:pt x="5008880" y="1275969"/>
                    <a:pt x="5009388" y="1275334"/>
                  </a:cubicBezTo>
                  <a:lnTo>
                    <a:pt x="5016119" y="1282065"/>
                  </a:lnTo>
                  <a:lnTo>
                    <a:pt x="5009388" y="1275334"/>
                  </a:lnTo>
                  <a:cubicBezTo>
                    <a:pt x="5009896" y="1274826"/>
                    <a:pt x="5010023" y="1274445"/>
                    <a:pt x="5010023" y="1273683"/>
                  </a:cubicBezTo>
                  <a:lnTo>
                    <a:pt x="5019548" y="1273683"/>
                  </a:lnTo>
                  <a:lnTo>
                    <a:pt x="5010023" y="1273683"/>
                  </a:lnTo>
                  <a:lnTo>
                    <a:pt x="5010023" y="21463"/>
                  </a:lnTo>
                  <a:lnTo>
                    <a:pt x="5019548" y="21463"/>
                  </a:lnTo>
                  <a:lnTo>
                    <a:pt x="5010023" y="21463"/>
                  </a:lnTo>
                  <a:cubicBezTo>
                    <a:pt x="5010023" y="20701"/>
                    <a:pt x="5009896" y="20320"/>
                    <a:pt x="5009388" y="19812"/>
                  </a:cubicBezTo>
                  <a:lnTo>
                    <a:pt x="5016119" y="13081"/>
                  </a:lnTo>
                  <a:lnTo>
                    <a:pt x="5009388" y="19812"/>
                  </a:lnTo>
                  <a:cubicBezTo>
                    <a:pt x="5008880" y="19304"/>
                    <a:pt x="5008499" y="19177"/>
                    <a:pt x="500773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273937"/>
                  </a:lnTo>
                  <a:close/>
                </a:path>
              </a:pathLst>
            </a:custGeom>
            <a:solidFill>
              <a:srgbClr val="3F3F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873750" y="5788152"/>
              <a:ext cx="5010023" cy="1276096"/>
            </a:xfrm>
            <a:custGeom>
              <a:avLst/>
              <a:gdLst/>
              <a:ahLst/>
              <a:cxnLst/>
              <a:rect r="r" b="b" t="t" l="l"/>
              <a:pathLst>
                <a:path h="1276096" w="5010023">
                  <a:moveTo>
                    <a:pt x="0" y="1264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1264285"/>
                  </a:lnTo>
                  <a:cubicBezTo>
                    <a:pt x="5010023" y="1267587"/>
                    <a:pt x="5008880" y="1270381"/>
                    <a:pt x="5006594" y="1272667"/>
                  </a:cubicBezTo>
                  <a:cubicBezTo>
                    <a:pt x="5004308" y="1274953"/>
                    <a:pt x="5001514" y="1276096"/>
                    <a:pt x="4998212" y="1276096"/>
                  </a:cubicBezTo>
                  <a:lnTo>
                    <a:pt x="11938" y="1276096"/>
                  </a:lnTo>
                  <a:cubicBezTo>
                    <a:pt x="8636" y="1276096"/>
                    <a:pt x="5842" y="1274953"/>
                    <a:pt x="3556" y="1272667"/>
                  </a:cubicBezTo>
                  <a:cubicBezTo>
                    <a:pt x="1270" y="1270381"/>
                    <a:pt x="127" y="1267587"/>
                    <a:pt x="127" y="1264285"/>
                  </a:cubicBez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864225" y="5778500"/>
              <a:ext cx="5029073" cy="1295146"/>
            </a:xfrm>
            <a:custGeom>
              <a:avLst/>
              <a:gdLst/>
              <a:ahLst/>
              <a:cxnLst/>
              <a:rect r="r" b="b" t="t" l="l"/>
              <a:pathLst>
                <a:path h="1295146" w="5029073">
                  <a:moveTo>
                    <a:pt x="0" y="1273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287" y="2286"/>
                    <a:pt x="15621" y="127"/>
                    <a:pt x="21336" y="127"/>
                  </a:cubicBezTo>
                  <a:lnTo>
                    <a:pt x="21336" y="9652"/>
                  </a:lnTo>
                  <a:lnTo>
                    <a:pt x="21336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lnTo>
                    <a:pt x="5016119" y="12954"/>
                  </a:lnTo>
                  <a:lnTo>
                    <a:pt x="5022850" y="6223"/>
                  </a:ln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1273810"/>
                  </a:lnTo>
                  <a:cubicBezTo>
                    <a:pt x="5029073" y="1279652"/>
                    <a:pt x="5026914" y="1284859"/>
                    <a:pt x="5022850" y="1288923"/>
                  </a:cubicBezTo>
                  <a:lnTo>
                    <a:pt x="5016119" y="1282192"/>
                  </a:lnTo>
                  <a:lnTo>
                    <a:pt x="5022850" y="1288923"/>
                  </a:lnTo>
                  <a:cubicBezTo>
                    <a:pt x="5018786" y="1292987"/>
                    <a:pt x="5013452" y="1295146"/>
                    <a:pt x="5007737" y="1295146"/>
                  </a:cubicBezTo>
                  <a:lnTo>
                    <a:pt x="21463" y="1295146"/>
                  </a:lnTo>
                  <a:cubicBezTo>
                    <a:pt x="15621" y="1295146"/>
                    <a:pt x="10414" y="1292987"/>
                    <a:pt x="6350" y="1288923"/>
                  </a:cubicBezTo>
                  <a:cubicBezTo>
                    <a:pt x="2286" y="1284859"/>
                    <a:pt x="127" y="1279525"/>
                    <a:pt x="127" y="1273810"/>
                  </a:cubicBezTo>
                  <a:lnTo>
                    <a:pt x="9652" y="1273810"/>
                  </a:lnTo>
                  <a:lnTo>
                    <a:pt x="127" y="1273810"/>
                  </a:lnTo>
                  <a:moveTo>
                    <a:pt x="19177" y="1273810"/>
                  </a:moveTo>
                  <a:cubicBezTo>
                    <a:pt x="19177" y="1274572"/>
                    <a:pt x="19304" y="1274953"/>
                    <a:pt x="19812" y="1275461"/>
                  </a:cubicBezTo>
                  <a:lnTo>
                    <a:pt x="13081" y="1282192"/>
                  </a:lnTo>
                  <a:lnTo>
                    <a:pt x="19812" y="1275461"/>
                  </a:lnTo>
                  <a:cubicBezTo>
                    <a:pt x="20320" y="1275969"/>
                    <a:pt x="20701" y="1276096"/>
                    <a:pt x="21463" y="1276223"/>
                  </a:cubicBezTo>
                  <a:lnTo>
                    <a:pt x="21463" y="1285748"/>
                  </a:lnTo>
                  <a:lnTo>
                    <a:pt x="21463" y="1276223"/>
                  </a:lnTo>
                  <a:lnTo>
                    <a:pt x="5007737" y="1276223"/>
                  </a:lnTo>
                  <a:lnTo>
                    <a:pt x="5007737" y="1285748"/>
                  </a:lnTo>
                  <a:lnTo>
                    <a:pt x="5007737" y="1276223"/>
                  </a:lnTo>
                  <a:cubicBezTo>
                    <a:pt x="5008499" y="1276223"/>
                    <a:pt x="5008880" y="1276096"/>
                    <a:pt x="5009388" y="1275588"/>
                  </a:cubicBezTo>
                  <a:cubicBezTo>
                    <a:pt x="5009896" y="1275080"/>
                    <a:pt x="5010150" y="1274699"/>
                    <a:pt x="5010150" y="1273937"/>
                  </a:cubicBezTo>
                  <a:lnTo>
                    <a:pt x="5019675" y="1273937"/>
                  </a:lnTo>
                  <a:lnTo>
                    <a:pt x="5010150" y="1273937"/>
                  </a:lnTo>
                  <a:lnTo>
                    <a:pt x="5010150" y="21463"/>
                  </a:lnTo>
                  <a:lnTo>
                    <a:pt x="5019675" y="21463"/>
                  </a:lnTo>
                  <a:lnTo>
                    <a:pt x="5010150" y="21463"/>
                  </a:lnTo>
                  <a:cubicBezTo>
                    <a:pt x="5010150" y="20701"/>
                    <a:pt x="5010023" y="20320"/>
                    <a:pt x="5009388" y="19812"/>
                  </a:cubicBezTo>
                  <a:cubicBezTo>
                    <a:pt x="5008753" y="19304"/>
                    <a:pt x="5008499" y="19177"/>
                    <a:pt x="500773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273937"/>
                  </a:lnTo>
                  <a:close/>
                </a:path>
              </a:pathLst>
            </a:custGeom>
            <a:solidFill>
              <a:srgbClr val="3F3F4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00075" y="413452"/>
            <a:ext cx="7175297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Learning &amp; Internship Outcomes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1525" y="2883256"/>
            <a:ext cx="4496533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Tailwind CSS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Developed better knowledge of utility-first styling with Tailwind CSS.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0575" y="4359631"/>
            <a:ext cx="4603252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Real-World Practices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Experienced real-world software development practices and workflows.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1525" y="1454506"/>
            <a:ext cx="4475131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React.js Development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Improved understanding of React.js development and component architecture.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0575" y="5845531"/>
            <a:ext cx="4494409" cy="98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Code Quality &amp; Teamwork</a:t>
            </a:r>
          </a:p>
          <a:p>
            <a:pPr algn="l">
              <a:lnSpc>
                <a:spcPts val="2100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Learned the importance of code quality, collaboration, and communication.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72175" y="2883256"/>
            <a:ext cx="4619949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Gained experience in identifying and resolving frontend issues efficiently.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91225" y="4359631"/>
            <a:ext cx="4664735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Git Workflows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Understood Git branching and pull-request workflows in a team setting.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72175" y="1454506"/>
            <a:ext cx="4613424" cy="99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Responsive Design</a:t>
            </a:r>
          </a:p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Learned practical responsive web design techniques for all screen sizes.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91225" y="5845531"/>
            <a:ext cx="4769634" cy="98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Management</a:t>
            </a:r>
          </a:p>
          <a:p>
            <a:pPr algn="l">
              <a:lnSpc>
                <a:spcPts val="2100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Improved project planning and task management skills in a professional environment.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3" y="461962"/>
            <a:ext cx="11420475" cy="6562725"/>
            <a:chOff x="0" y="0"/>
            <a:chExt cx="15227300" cy="8750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27300" cy="8750300"/>
            </a:xfrm>
            <a:custGeom>
              <a:avLst/>
              <a:gdLst/>
              <a:ahLst/>
              <a:cxnLst/>
              <a:rect r="r" b="b" t="t" l="l"/>
              <a:pathLst>
                <a:path h="8750300" w="15227300">
                  <a:moveTo>
                    <a:pt x="0" y="0"/>
                  </a:moveTo>
                  <a:lnTo>
                    <a:pt x="15227300" y="0"/>
                  </a:lnTo>
                  <a:lnTo>
                    <a:pt x="15227300" y="8750300"/>
                  </a:lnTo>
                  <a:lnTo>
                    <a:pt x="0" y="875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" t="-95" r="-41" b="-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393697"/>
            <a:ext cx="11556997" cy="6699247"/>
            <a:chOff x="0" y="0"/>
            <a:chExt cx="11557000" cy="6699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07070C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4286250" cy="6572250"/>
            </a:xfrm>
            <a:custGeom>
              <a:avLst/>
              <a:gdLst/>
              <a:ahLst/>
              <a:cxnLst/>
              <a:rect r="r" b="b" t="t" l="l"/>
              <a:pathLst>
                <a:path h="657225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" y="1000125"/>
            <a:ext cx="4114800" cy="5486400"/>
            <a:chOff x="0" y="0"/>
            <a:chExt cx="5486400" cy="7315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701" y="7315200"/>
                    <a:pt x="28575" y="7315200"/>
                  </a:cubicBezTo>
                  <a:lnTo>
                    <a:pt x="5457825" y="7315200"/>
                  </a:lnTo>
                  <a:cubicBezTo>
                    <a:pt x="5465699" y="7315200"/>
                    <a:pt x="5472430" y="7312406"/>
                    <a:pt x="5478018" y="7306818"/>
                  </a:cubicBezTo>
                  <a:cubicBezTo>
                    <a:pt x="5483606" y="7301230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886325" y="4143375"/>
            <a:ext cx="5943600" cy="1257300"/>
          </a:xfrm>
          <a:custGeom>
            <a:avLst/>
            <a:gdLst/>
            <a:ahLst/>
            <a:cxnLst/>
            <a:rect r="r" b="b" t="t" l="l"/>
            <a:pathLst>
              <a:path h="1257300" w="5943600">
                <a:moveTo>
                  <a:pt x="0" y="0"/>
                </a:moveTo>
                <a:lnTo>
                  <a:pt x="5943600" y="0"/>
                </a:lnTo>
                <a:lnTo>
                  <a:pt x="59436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86325" y="5572125"/>
            <a:ext cx="5943600" cy="990600"/>
          </a:xfrm>
          <a:custGeom>
            <a:avLst/>
            <a:gdLst/>
            <a:ahLst/>
            <a:cxnLst/>
            <a:rect r="r" b="b" t="t" l="l"/>
            <a:pathLst>
              <a:path h="990600" w="5943600">
                <a:moveTo>
                  <a:pt x="0" y="0"/>
                </a:moveTo>
                <a:lnTo>
                  <a:pt x="5943600" y="0"/>
                </a:lnTo>
                <a:lnTo>
                  <a:pt x="5943600" y="990600"/>
                </a:lnTo>
                <a:lnTo>
                  <a:pt x="0" y="99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22822" y="1660522"/>
            <a:ext cx="146047" cy="1603372"/>
          </a:xfrm>
          <a:custGeom>
            <a:avLst/>
            <a:gdLst/>
            <a:ahLst/>
            <a:cxnLst/>
            <a:rect r="r" b="b" t="t" l="l"/>
            <a:pathLst>
              <a:path h="1603372" w="146047">
                <a:moveTo>
                  <a:pt x="0" y="0"/>
                </a:moveTo>
                <a:lnTo>
                  <a:pt x="146047" y="0"/>
                </a:lnTo>
                <a:lnTo>
                  <a:pt x="146047" y="1603372"/>
                </a:lnTo>
                <a:lnTo>
                  <a:pt x="0" y="1603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86325" y="870652"/>
            <a:ext cx="5326390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spc="50">
                <a:solidFill>
                  <a:srgbClr val="97B8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57775" y="4693168"/>
            <a:ext cx="3405045" cy="536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B.Tech – Computer Science &amp; Engineering IILM University, Greater Noida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57775" y="6160018"/>
            <a:ext cx="3777539" cy="23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Open for questions, feedback, and discussion.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6325" y="3416818"/>
            <a:ext cx="5825890" cy="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project improved my technical knowledge, problem-solving ability, and understanding of professional development workflows.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43500" y="1930918"/>
            <a:ext cx="5715676" cy="107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350">
                <a:solidFill>
                  <a:srgbClr val="E0D6DE"/>
                </a:solidFill>
                <a:latin typeface="Noto Sans Devanagari Condensed Heavy"/>
                <a:ea typeface="Noto Sans Devanagari Condensed Heavy"/>
                <a:cs typeface="Noto Sans Devanagari Condensed Heavy"/>
                <a:sym typeface="Noto Sans Devanagari Condensed Heavy"/>
              </a:rPr>
              <a:t>The internship at Sieve Capital provided valuable practical experience in frontend web development. Working on the company's official website helped bridge the gap between academic concepts and real- world development.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7775" y="4283431"/>
            <a:ext cx="1663541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Nishant Rajput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57775" y="5712181"/>
            <a:ext cx="2629748" cy="2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25">
                <a:solidFill>
                  <a:srgbClr val="E0D6DE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DAHTvm9iYiQ</dc:identifier>
  <dcterms:modified xsi:type="dcterms:W3CDTF">2011-08-01T06:04:30Z</dcterms:modified>
  <cp:revision>1</cp:revision>
  <dc:title>Web-Development-Internship-Presentation.pdf</dc:title>
</cp:coreProperties>
</file>